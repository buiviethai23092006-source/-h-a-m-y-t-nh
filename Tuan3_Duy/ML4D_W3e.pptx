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2" r:id="rId4"/>
    <p:sldId id="263" r:id="rId5"/>
    <p:sldId id="259" r:id="rId6"/>
    <p:sldId id="260" r:id="rId7"/>
    <p:sldId id="261" r:id="rId8"/>
    <p:sldId id="266" r:id="rId9"/>
    <p:sldId id="267" r:id="rId10"/>
    <p:sldId id="268" r:id="rId11"/>
    <p:sldId id="265" r:id="rId12"/>
    <p:sldId id="264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Văn Duy" userId="24ab697d-436d-49a2-9715-da11706968b4" providerId="ADAL" clId="{41231607-76A8-4E23-9D40-7EC980DC9D11}"/>
    <pc:docChg chg="undo redo custSel addSld delSld modSld sldOrd">
      <pc:chgData name="Nguyễn Văn Duy" userId="24ab697d-436d-49a2-9715-da11706968b4" providerId="ADAL" clId="{41231607-76A8-4E23-9D40-7EC980DC9D11}" dt="2026-03-17T01:45:23.879" v="1274" actId="1076"/>
      <pc:docMkLst>
        <pc:docMk/>
      </pc:docMkLst>
      <pc:sldChg chg="del ord">
        <pc:chgData name="Nguyễn Văn Duy" userId="24ab697d-436d-49a2-9715-da11706968b4" providerId="ADAL" clId="{41231607-76A8-4E23-9D40-7EC980DC9D11}" dt="2026-03-16T00:26:56.991" v="4" actId="47"/>
        <pc:sldMkLst>
          <pc:docMk/>
          <pc:sldMk cId="1455129106" sldId="256"/>
        </pc:sldMkLst>
      </pc:sldChg>
      <pc:sldChg chg="addSp delSp modSp mod ord">
        <pc:chgData name="Nguyễn Văn Duy" userId="24ab697d-436d-49a2-9715-da11706968b4" providerId="ADAL" clId="{41231607-76A8-4E23-9D40-7EC980DC9D11}" dt="2026-03-16T00:53:48.943" v="140" actId="14100"/>
        <pc:sldMkLst>
          <pc:docMk/>
          <pc:sldMk cId="1521708778" sldId="257"/>
        </pc:sldMkLst>
        <pc:spChg chg="add mod">
          <ac:chgData name="Nguyễn Văn Duy" userId="24ab697d-436d-49a2-9715-da11706968b4" providerId="ADAL" clId="{41231607-76A8-4E23-9D40-7EC980DC9D11}" dt="2026-03-16T00:42:31.169" v="37" actId="20577"/>
          <ac:spMkLst>
            <pc:docMk/>
            <pc:sldMk cId="1521708778" sldId="257"/>
            <ac:spMk id="2" creationId="{6F0A035C-84B7-B5E5-DEDF-298F7B54F801}"/>
          </ac:spMkLst>
        </pc:spChg>
        <pc:spChg chg="add del mod">
          <ac:chgData name="Nguyễn Văn Duy" userId="24ab697d-436d-49a2-9715-da11706968b4" providerId="ADAL" clId="{41231607-76A8-4E23-9D40-7EC980DC9D11}" dt="2026-03-16T00:42:35.798" v="41" actId="478"/>
          <ac:spMkLst>
            <pc:docMk/>
            <pc:sldMk cId="1521708778" sldId="257"/>
            <ac:spMk id="5" creationId="{454A4296-91AD-CA82-DF04-B4E67F3AB6A6}"/>
          </ac:spMkLst>
        </pc:spChg>
        <pc:spChg chg="add del mod">
          <ac:chgData name="Nguyễn Văn Duy" userId="24ab697d-436d-49a2-9715-da11706968b4" providerId="ADAL" clId="{41231607-76A8-4E23-9D40-7EC980DC9D11}" dt="2026-03-16T00:42:34.810" v="40" actId="478"/>
          <ac:spMkLst>
            <pc:docMk/>
            <pc:sldMk cId="1521708778" sldId="257"/>
            <ac:spMk id="8" creationId="{764BB0D9-9FA4-1D97-C1A9-A98BB60624E1}"/>
          </ac:spMkLst>
        </pc:spChg>
        <pc:spChg chg="add del mod">
          <ac:chgData name="Nguyễn Văn Duy" userId="24ab697d-436d-49a2-9715-da11706968b4" providerId="ADAL" clId="{41231607-76A8-4E23-9D40-7EC980DC9D11}" dt="2026-03-16T00:45:09.872" v="66" actId="478"/>
          <ac:spMkLst>
            <pc:docMk/>
            <pc:sldMk cId="1521708778" sldId="257"/>
            <ac:spMk id="9" creationId="{5490265B-8326-1F3F-DF2B-5DE46C4723FF}"/>
          </ac:spMkLst>
        </pc:spChg>
        <pc:spChg chg="add del mod">
          <ac:chgData name="Nguyễn Văn Duy" userId="24ab697d-436d-49a2-9715-da11706968b4" providerId="ADAL" clId="{41231607-76A8-4E23-9D40-7EC980DC9D11}" dt="2026-03-16T00:45:08.559" v="65" actId="478"/>
          <ac:spMkLst>
            <pc:docMk/>
            <pc:sldMk cId="1521708778" sldId="257"/>
            <ac:spMk id="10" creationId="{F9AB6E1B-26AB-7C14-6B44-D42F91BDF70C}"/>
          </ac:spMkLst>
        </pc:spChg>
        <pc:spChg chg="add del mod">
          <ac:chgData name="Nguyễn Văn Duy" userId="24ab697d-436d-49a2-9715-da11706968b4" providerId="ADAL" clId="{41231607-76A8-4E23-9D40-7EC980DC9D11}" dt="2026-03-16T00:46:11.531" v="79" actId="478"/>
          <ac:spMkLst>
            <pc:docMk/>
            <pc:sldMk cId="1521708778" sldId="257"/>
            <ac:spMk id="12" creationId="{5194A5D0-63DD-176E-538D-792BD341E426}"/>
          </ac:spMkLst>
        </pc:spChg>
        <pc:spChg chg="add del mod">
          <ac:chgData name="Nguyễn Văn Duy" userId="24ab697d-436d-49a2-9715-da11706968b4" providerId="ADAL" clId="{41231607-76A8-4E23-9D40-7EC980DC9D11}" dt="2026-03-16T00:46:08.262" v="77" actId="478"/>
          <ac:spMkLst>
            <pc:docMk/>
            <pc:sldMk cId="1521708778" sldId="257"/>
            <ac:spMk id="13" creationId="{71D6A8BF-47AE-FB53-C448-AA5FFBC59BB9}"/>
          </ac:spMkLst>
        </pc:spChg>
        <pc:spChg chg="add del mod">
          <ac:chgData name="Nguyễn Văn Duy" userId="24ab697d-436d-49a2-9715-da11706968b4" providerId="ADAL" clId="{41231607-76A8-4E23-9D40-7EC980DC9D11}" dt="2026-03-16T00:46:04.475" v="75" actId="478"/>
          <ac:spMkLst>
            <pc:docMk/>
            <pc:sldMk cId="1521708778" sldId="257"/>
            <ac:spMk id="14" creationId="{86F52E96-0D4E-7E82-C134-E0E3F071BFDA}"/>
          </ac:spMkLst>
        </pc:spChg>
        <pc:spChg chg="add">
          <ac:chgData name="Nguyễn Văn Duy" userId="24ab697d-436d-49a2-9715-da11706968b4" providerId="ADAL" clId="{41231607-76A8-4E23-9D40-7EC980DC9D11}" dt="2026-03-16T00:49:06.990" v="106"/>
          <ac:spMkLst>
            <pc:docMk/>
            <pc:sldMk cId="1521708778" sldId="257"/>
            <ac:spMk id="15" creationId="{97F7BF4D-13F1-4411-8519-7E5944C27D1C}"/>
          </ac:spMkLst>
        </pc:spChg>
        <pc:spChg chg="add">
          <ac:chgData name="Nguyễn Văn Duy" userId="24ab697d-436d-49a2-9715-da11706968b4" providerId="ADAL" clId="{41231607-76A8-4E23-9D40-7EC980DC9D11}" dt="2026-03-16T00:49:12.647" v="107"/>
          <ac:spMkLst>
            <pc:docMk/>
            <pc:sldMk cId="1521708778" sldId="257"/>
            <ac:spMk id="16" creationId="{E647A763-DCA4-84B4-170E-9E59AA3FF8CA}"/>
          </ac:spMkLst>
        </pc:spChg>
        <pc:spChg chg="add">
          <ac:chgData name="Nguyễn Văn Duy" userId="24ab697d-436d-49a2-9715-da11706968b4" providerId="ADAL" clId="{41231607-76A8-4E23-9D40-7EC980DC9D11}" dt="2026-03-16T00:49:20.423" v="108"/>
          <ac:spMkLst>
            <pc:docMk/>
            <pc:sldMk cId="1521708778" sldId="257"/>
            <ac:spMk id="17" creationId="{FE2D9F25-BDCE-9BE1-ED85-68E62A063FC8}"/>
          </ac:spMkLst>
        </pc:spChg>
        <pc:spChg chg="add">
          <ac:chgData name="Nguyễn Văn Duy" userId="24ab697d-436d-49a2-9715-da11706968b4" providerId="ADAL" clId="{41231607-76A8-4E23-9D40-7EC980DC9D11}" dt="2026-03-16T00:49:47.178" v="109"/>
          <ac:spMkLst>
            <pc:docMk/>
            <pc:sldMk cId="1521708778" sldId="257"/>
            <ac:spMk id="18" creationId="{1FDF495B-788C-CEA0-59A2-257694B4C25F}"/>
          </ac:spMkLst>
        </pc:spChg>
        <pc:spChg chg="add">
          <ac:chgData name="Nguyễn Văn Duy" userId="24ab697d-436d-49a2-9715-da11706968b4" providerId="ADAL" clId="{41231607-76A8-4E23-9D40-7EC980DC9D11}" dt="2026-03-16T00:49:50.168" v="110"/>
          <ac:spMkLst>
            <pc:docMk/>
            <pc:sldMk cId="1521708778" sldId="257"/>
            <ac:spMk id="19" creationId="{337D5F38-1DB7-DF69-C5BC-4F70DA50FBCB}"/>
          </ac:spMkLst>
        </pc:spChg>
        <pc:graphicFrameChg chg="add mod modGraphic">
          <ac:chgData name="Nguyễn Văn Duy" userId="24ab697d-436d-49a2-9715-da11706968b4" providerId="ADAL" clId="{41231607-76A8-4E23-9D40-7EC980DC9D11}" dt="2026-03-16T00:53:40.183" v="137" actId="1076"/>
          <ac:graphicFrameMkLst>
            <pc:docMk/>
            <pc:sldMk cId="1521708778" sldId="257"/>
            <ac:graphicFrameMk id="11" creationId="{83A2AAAD-5765-4AB7-D571-9CE789510A85}"/>
          </ac:graphicFrameMkLst>
        </pc:graphicFrameChg>
        <pc:picChg chg="add mod">
          <ac:chgData name="Nguyễn Văn Duy" userId="24ab697d-436d-49a2-9715-da11706968b4" providerId="ADAL" clId="{41231607-76A8-4E23-9D40-7EC980DC9D11}" dt="2026-03-16T00:27:13.219" v="5"/>
          <ac:picMkLst>
            <pc:docMk/>
            <pc:sldMk cId="1521708778" sldId="257"/>
            <ac:picMk id="3" creationId="{8ADF4ADE-414C-6DED-256A-17AF0C75DCC0}"/>
          </ac:picMkLst>
        </pc:picChg>
        <pc:picChg chg="add mod">
          <ac:chgData name="Nguyễn Văn Duy" userId="24ab697d-436d-49a2-9715-da11706968b4" providerId="ADAL" clId="{41231607-76A8-4E23-9D40-7EC980DC9D11}" dt="2026-03-16T00:27:13.219" v="5"/>
          <ac:picMkLst>
            <pc:docMk/>
            <pc:sldMk cId="1521708778" sldId="257"/>
            <ac:picMk id="4" creationId="{CD8CA9D9-FF5A-6EAE-635A-EE3686411FC3}"/>
          </ac:picMkLst>
        </pc:picChg>
        <pc:picChg chg="add del mod">
          <ac:chgData name="Nguyễn Văn Duy" userId="24ab697d-436d-49a2-9715-da11706968b4" providerId="ADAL" clId="{41231607-76A8-4E23-9D40-7EC980DC9D11}" dt="2026-03-16T00:42:33.121" v="39" actId="478"/>
          <ac:picMkLst>
            <pc:docMk/>
            <pc:sldMk cId="1521708778" sldId="257"/>
            <ac:picMk id="6" creationId="{88D92EAF-DEB7-35E9-C3D4-63C3D2DA0AC3}"/>
          </ac:picMkLst>
        </pc:picChg>
        <pc:picChg chg="add del mod">
          <ac:chgData name="Nguyễn Văn Duy" userId="24ab697d-436d-49a2-9715-da11706968b4" providerId="ADAL" clId="{41231607-76A8-4E23-9D40-7EC980DC9D11}" dt="2026-03-16T00:42:32.715" v="38" actId="478"/>
          <ac:picMkLst>
            <pc:docMk/>
            <pc:sldMk cId="1521708778" sldId="257"/>
            <ac:picMk id="7" creationId="{43B8A7A8-B28E-A64A-C25A-519D0916652F}"/>
          </ac:picMkLst>
        </pc:picChg>
        <pc:picChg chg="add del mod">
          <ac:chgData name="Nguyễn Văn Duy" userId="24ab697d-436d-49a2-9715-da11706968b4" providerId="ADAL" clId="{41231607-76A8-4E23-9D40-7EC980DC9D11}" dt="2026-03-16T00:52:41.325" v="120" actId="478"/>
          <ac:picMkLst>
            <pc:docMk/>
            <pc:sldMk cId="1521708778" sldId="257"/>
            <ac:picMk id="20" creationId="{4301A561-46B5-C6E4-020F-7BB1A756F970}"/>
          </ac:picMkLst>
        </pc:picChg>
        <pc:picChg chg="add mod">
          <ac:chgData name="Nguyễn Văn Duy" userId="24ab697d-436d-49a2-9715-da11706968b4" providerId="ADAL" clId="{41231607-76A8-4E23-9D40-7EC980DC9D11}" dt="2026-03-16T00:53:48.943" v="140" actId="14100"/>
          <ac:picMkLst>
            <pc:docMk/>
            <pc:sldMk cId="1521708778" sldId="257"/>
            <ac:picMk id="21" creationId="{EED27C18-2C9B-A796-8642-6F6624400F20}"/>
          </ac:picMkLst>
        </pc:picChg>
        <pc:picChg chg="add mod">
          <ac:chgData name="Nguyễn Văn Duy" userId="24ab697d-436d-49a2-9715-da11706968b4" providerId="ADAL" clId="{41231607-76A8-4E23-9D40-7EC980DC9D11}" dt="2026-03-16T00:42:39.575" v="44" actId="1076"/>
          <ac:picMkLst>
            <pc:docMk/>
            <pc:sldMk cId="1521708778" sldId="257"/>
            <ac:picMk id="1026" creationId="{C1FD2CFB-6911-C113-9573-124ABFC0721D}"/>
          </ac:picMkLst>
        </pc:picChg>
        <pc:picChg chg="add mod">
          <ac:chgData name="Nguyễn Văn Duy" userId="24ab697d-436d-49a2-9715-da11706968b4" providerId="ADAL" clId="{41231607-76A8-4E23-9D40-7EC980DC9D11}" dt="2026-03-16T00:42:39.575" v="44" actId="1076"/>
          <ac:picMkLst>
            <pc:docMk/>
            <pc:sldMk cId="1521708778" sldId="257"/>
            <ac:picMk id="1027" creationId="{69E21C2B-7236-E6B7-8060-08D0FAC92764}"/>
          </ac:picMkLst>
        </pc:picChg>
        <pc:picChg chg="add mod">
          <ac:chgData name="Nguyễn Văn Duy" userId="24ab697d-436d-49a2-9715-da11706968b4" providerId="ADAL" clId="{41231607-76A8-4E23-9D40-7EC980DC9D11}" dt="2026-03-16T00:42:39.575" v="44" actId="1076"/>
          <ac:picMkLst>
            <pc:docMk/>
            <pc:sldMk cId="1521708778" sldId="257"/>
            <ac:picMk id="1028" creationId="{B465E4C2-5578-85F3-A6C9-AC8025295CF7}"/>
          </ac:picMkLst>
        </pc:picChg>
        <pc:picChg chg="add mod">
          <ac:chgData name="Nguyễn Văn Duy" userId="24ab697d-436d-49a2-9715-da11706968b4" providerId="ADAL" clId="{41231607-76A8-4E23-9D40-7EC980DC9D11}" dt="2026-03-16T00:42:39.575" v="44" actId="1076"/>
          <ac:picMkLst>
            <pc:docMk/>
            <pc:sldMk cId="1521708778" sldId="257"/>
            <ac:picMk id="1029" creationId="{F2FBB7A3-9501-1858-832B-7213FEA06A28}"/>
          </ac:picMkLst>
        </pc:picChg>
        <pc:picChg chg="add mod">
          <ac:chgData name="Nguyễn Văn Duy" userId="24ab697d-436d-49a2-9715-da11706968b4" providerId="ADAL" clId="{41231607-76A8-4E23-9D40-7EC980DC9D11}" dt="2026-03-16T00:43:23.262" v="49" actId="1076"/>
          <ac:picMkLst>
            <pc:docMk/>
            <pc:sldMk cId="1521708778" sldId="257"/>
            <ac:picMk id="1031" creationId="{59425FFE-4771-FA80-A631-05A1FFC0512F}"/>
          </ac:picMkLst>
        </pc:picChg>
        <pc:picChg chg="add mod">
          <ac:chgData name="Nguyễn Văn Duy" userId="24ab697d-436d-49a2-9715-da11706968b4" providerId="ADAL" clId="{41231607-76A8-4E23-9D40-7EC980DC9D11}" dt="2026-03-16T00:43:23.262" v="49" actId="1076"/>
          <ac:picMkLst>
            <pc:docMk/>
            <pc:sldMk cId="1521708778" sldId="257"/>
            <ac:picMk id="1032" creationId="{DCC505C5-B9B2-32A7-25A9-711836489A0B}"/>
          </ac:picMkLst>
        </pc:picChg>
        <pc:picChg chg="add mod">
          <ac:chgData name="Nguyễn Văn Duy" userId="24ab697d-436d-49a2-9715-da11706968b4" providerId="ADAL" clId="{41231607-76A8-4E23-9D40-7EC980DC9D11}" dt="2026-03-16T00:43:23.262" v="49" actId="1076"/>
          <ac:picMkLst>
            <pc:docMk/>
            <pc:sldMk cId="1521708778" sldId="257"/>
            <ac:picMk id="1033" creationId="{E31A393D-C84A-7BDB-0B7B-4C5DB827B143}"/>
          </ac:picMkLst>
        </pc:picChg>
        <pc:picChg chg="add mod">
          <ac:chgData name="Nguyễn Văn Duy" userId="24ab697d-436d-49a2-9715-da11706968b4" providerId="ADAL" clId="{41231607-76A8-4E23-9D40-7EC980DC9D11}" dt="2026-03-16T00:43:23.262" v="49" actId="1076"/>
          <ac:picMkLst>
            <pc:docMk/>
            <pc:sldMk cId="1521708778" sldId="257"/>
            <ac:picMk id="1034" creationId="{1D0786C6-F4AE-A312-D50F-DF11DC41A739}"/>
          </ac:picMkLst>
        </pc:picChg>
        <pc:picChg chg="add mod">
          <ac:chgData name="Nguyễn Văn Duy" userId="24ab697d-436d-49a2-9715-da11706968b4" providerId="ADAL" clId="{41231607-76A8-4E23-9D40-7EC980DC9D11}" dt="2026-03-16T00:53:41.388" v="138" actId="1076"/>
          <ac:picMkLst>
            <pc:docMk/>
            <pc:sldMk cId="1521708778" sldId="257"/>
            <ac:picMk id="1046" creationId="{0743FD23-8F0E-3646-1C94-39D97A22BBB9}"/>
          </ac:picMkLst>
        </pc:picChg>
      </pc:sldChg>
      <pc:sldChg chg="addSp delSp modSp add mod">
        <pc:chgData name="Nguyễn Văn Duy" userId="24ab697d-436d-49a2-9715-da11706968b4" providerId="ADAL" clId="{41231607-76A8-4E23-9D40-7EC980DC9D11}" dt="2026-03-16T02:00:34.041" v="565" actId="122"/>
        <pc:sldMkLst>
          <pc:docMk/>
          <pc:sldMk cId="588195479" sldId="259"/>
        </pc:sldMkLst>
        <pc:spChg chg="add mod">
          <ac:chgData name="Nguyễn Văn Duy" userId="24ab697d-436d-49a2-9715-da11706968b4" providerId="ADAL" clId="{41231607-76A8-4E23-9D40-7EC980DC9D11}" dt="2026-03-16T00:56:02.402" v="149" actId="20577"/>
          <ac:spMkLst>
            <pc:docMk/>
            <pc:sldMk cId="588195479" sldId="259"/>
            <ac:spMk id="6" creationId="{EE91A8D9-A822-B6D5-66F5-E5985FA07BA4}"/>
          </ac:spMkLst>
        </pc:spChg>
        <pc:graphicFrameChg chg="add mod modGraphic">
          <ac:chgData name="Nguyễn Văn Duy" userId="24ab697d-436d-49a2-9715-da11706968b4" providerId="ADAL" clId="{41231607-76A8-4E23-9D40-7EC980DC9D11}" dt="2026-03-16T02:00:34.041" v="565" actId="122"/>
          <ac:graphicFrameMkLst>
            <pc:docMk/>
            <pc:sldMk cId="588195479" sldId="259"/>
            <ac:graphicFrameMk id="5" creationId="{445AA987-0C4A-F823-8591-4B8161503EC6}"/>
          </ac:graphicFrameMkLst>
        </pc:graphicFrameChg>
        <pc:graphicFrameChg chg="del">
          <ac:chgData name="Nguyễn Văn Duy" userId="24ab697d-436d-49a2-9715-da11706968b4" providerId="ADAL" clId="{41231607-76A8-4E23-9D40-7EC980DC9D11}" dt="2026-03-16T00:54:12.637" v="142" actId="478"/>
          <ac:graphicFrameMkLst>
            <pc:docMk/>
            <pc:sldMk cId="588195479" sldId="259"/>
            <ac:graphicFrameMk id="11" creationId="{04D101F6-DD6F-DAC3-779B-6A1A94A9147B}"/>
          </ac:graphicFrameMkLst>
        </pc:graphicFrameChg>
        <pc:picChg chg="del">
          <ac:chgData name="Nguyễn Văn Duy" userId="24ab697d-436d-49a2-9715-da11706968b4" providerId="ADAL" clId="{41231607-76A8-4E23-9D40-7EC980DC9D11}" dt="2026-03-16T00:54:13.887" v="144" actId="478"/>
          <ac:picMkLst>
            <pc:docMk/>
            <pc:sldMk cId="588195479" sldId="259"/>
            <ac:picMk id="21" creationId="{0622840C-8B0E-5A24-BA42-101D47F72C79}"/>
          </ac:picMkLst>
        </pc:picChg>
        <pc:picChg chg="del">
          <ac:chgData name="Nguyễn Văn Duy" userId="24ab697d-436d-49a2-9715-da11706968b4" providerId="ADAL" clId="{41231607-76A8-4E23-9D40-7EC980DC9D11}" dt="2026-03-16T00:54:13.496" v="143" actId="478"/>
          <ac:picMkLst>
            <pc:docMk/>
            <pc:sldMk cId="588195479" sldId="259"/>
            <ac:picMk id="1046" creationId="{787B5AED-0485-8828-0319-C1E6600A817A}"/>
          </ac:picMkLst>
        </pc:picChg>
      </pc:sldChg>
      <pc:sldChg chg="addSp delSp modSp add mod">
        <pc:chgData name="Nguyễn Văn Duy" userId="24ab697d-436d-49a2-9715-da11706968b4" providerId="ADAL" clId="{41231607-76A8-4E23-9D40-7EC980DC9D11}" dt="2026-03-16T01:57:39.025" v="544" actId="20577"/>
        <pc:sldMkLst>
          <pc:docMk/>
          <pc:sldMk cId="61327105" sldId="260"/>
        </pc:sldMkLst>
        <pc:spChg chg="del">
          <ac:chgData name="Nguyễn Văn Duy" userId="24ab697d-436d-49a2-9715-da11706968b4" providerId="ADAL" clId="{41231607-76A8-4E23-9D40-7EC980DC9D11}" dt="2026-03-16T00:57:26.980" v="158" actId="478"/>
          <ac:spMkLst>
            <pc:docMk/>
            <pc:sldMk cId="61327105" sldId="260"/>
            <ac:spMk id="6" creationId="{B80F11FD-3109-B4E4-1951-B21186C3671F}"/>
          </ac:spMkLst>
        </pc:spChg>
        <pc:spChg chg="add mod">
          <ac:chgData name="Nguyễn Văn Duy" userId="24ab697d-436d-49a2-9715-da11706968b4" providerId="ADAL" clId="{41231607-76A8-4E23-9D40-7EC980DC9D11}" dt="2026-03-16T01:57:39.025" v="544" actId="20577"/>
          <ac:spMkLst>
            <pc:docMk/>
            <pc:sldMk cId="61327105" sldId="260"/>
            <ac:spMk id="8" creationId="{CFB0868D-5DCA-6E6D-19AB-251552E0A7CC}"/>
          </ac:spMkLst>
        </pc:spChg>
        <pc:graphicFrameChg chg="del">
          <ac:chgData name="Nguyễn Văn Duy" userId="24ab697d-436d-49a2-9715-da11706968b4" providerId="ADAL" clId="{41231607-76A8-4E23-9D40-7EC980DC9D11}" dt="2026-03-16T00:57:25.997" v="157" actId="478"/>
          <ac:graphicFrameMkLst>
            <pc:docMk/>
            <pc:sldMk cId="61327105" sldId="260"/>
            <ac:graphicFrameMk id="5" creationId="{841E74DA-3D06-43C1-7902-6C26C7B6D750}"/>
          </ac:graphicFrameMkLst>
        </pc:graphicFrameChg>
      </pc:sldChg>
      <pc:sldChg chg="addSp delSp modSp add mod">
        <pc:chgData name="Nguyễn Văn Duy" userId="24ab697d-436d-49a2-9715-da11706968b4" providerId="ADAL" clId="{41231607-76A8-4E23-9D40-7EC980DC9D11}" dt="2026-03-16T01:17:06.609" v="320" actId="1076"/>
        <pc:sldMkLst>
          <pc:docMk/>
          <pc:sldMk cId="1358376130" sldId="261"/>
        </pc:sldMkLst>
        <pc:spChg chg="add">
          <ac:chgData name="Nguyễn Văn Duy" userId="24ab697d-436d-49a2-9715-da11706968b4" providerId="ADAL" clId="{41231607-76A8-4E23-9D40-7EC980DC9D11}" dt="2026-03-16T01:13:45.074" v="315"/>
          <ac:spMkLst>
            <pc:docMk/>
            <pc:sldMk cId="1358376130" sldId="261"/>
            <ac:spMk id="5" creationId="{2A73A413-CC6F-DB73-CFA8-42120F946D1A}"/>
          </ac:spMkLst>
        </pc:spChg>
        <pc:spChg chg="del">
          <ac:chgData name="Nguyễn Văn Duy" userId="24ab697d-436d-49a2-9715-da11706968b4" providerId="ADAL" clId="{41231607-76A8-4E23-9D40-7EC980DC9D11}" dt="2026-03-16T01:13:43.684" v="314" actId="478"/>
          <ac:spMkLst>
            <pc:docMk/>
            <pc:sldMk cId="1358376130" sldId="261"/>
            <ac:spMk id="8" creationId="{63EC9097-AAC9-FBD0-3516-E0D5824C866C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9" creationId="{52C73E5D-D786-243E-63A2-DDD8E4A5910F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12" creationId="{D1959C41-6841-2FF4-2BA2-AB761FAD8E61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14" creationId="{5C729CC3-9CF1-284F-98EF-9FEFBF7DB0D8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15" creationId="{53BC3782-EF97-1272-20E8-46B3B0DE1BF1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16" creationId="{A90E492C-3983-3DB9-7696-E010D12E47EC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18" creationId="{EC7DB89A-0E54-564B-D5F5-78904E6CA3CD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22" creationId="{B415D51D-9BA8-D866-AA45-297D44201ABF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23" creationId="{A5F1C9E8-E8E8-E6B1-5724-030A543FD35A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27" creationId="{D73AFA0A-38B9-0FA0-17F1-02ACCC73F5F5}"/>
          </ac:spMkLst>
        </pc:spChg>
        <pc:spChg chg="add mod">
          <ac:chgData name="Nguyễn Văn Duy" userId="24ab697d-436d-49a2-9715-da11706968b4" providerId="ADAL" clId="{41231607-76A8-4E23-9D40-7EC980DC9D11}" dt="2026-03-16T01:16:56.536" v="319" actId="2711"/>
          <ac:spMkLst>
            <pc:docMk/>
            <pc:sldMk cId="1358376130" sldId="261"/>
            <ac:spMk id="28" creationId="{53CEDAB2-D748-95F5-CEA0-4F62040F3506}"/>
          </ac:spMkLst>
        </pc:spChg>
        <pc:grpChg chg="mod">
          <ac:chgData name="Nguyễn Văn Duy" userId="24ab697d-436d-49a2-9715-da11706968b4" providerId="ADAL" clId="{41231607-76A8-4E23-9D40-7EC980DC9D11}" dt="2026-03-16T01:17:06.609" v="320" actId="1076"/>
          <ac:grpSpMkLst>
            <pc:docMk/>
            <pc:sldMk cId="1358376130" sldId="261"/>
            <ac:grpSpMk id="7" creationId="{F031F5A6-877F-C9A9-DB16-616F65DF585A}"/>
          </ac:grpSpMkLst>
        </pc:grpChg>
        <pc:picChg chg="add del">
          <ac:chgData name="Nguyễn Văn Duy" userId="24ab697d-436d-49a2-9715-da11706968b4" providerId="ADAL" clId="{41231607-76A8-4E23-9D40-7EC980DC9D11}" dt="2026-03-16T01:13:59.215" v="317" actId="478"/>
          <ac:picMkLst>
            <pc:docMk/>
            <pc:sldMk cId="1358376130" sldId="261"/>
            <ac:picMk id="6" creationId="{1F65FEB7-EABB-8676-8E7F-73F089ACAD26}"/>
          </ac:picMkLst>
        </pc:picChg>
      </pc:sldChg>
      <pc:sldChg chg="addSp delSp modSp add mod">
        <pc:chgData name="Nguyễn Văn Duy" userId="24ab697d-436d-49a2-9715-da11706968b4" providerId="ADAL" clId="{41231607-76A8-4E23-9D40-7EC980DC9D11}" dt="2026-03-16T01:04:43.769" v="250" actId="1076"/>
        <pc:sldMkLst>
          <pc:docMk/>
          <pc:sldMk cId="2140902433" sldId="262"/>
        </pc:sldMkLst>
        <pc:graphicFrameChg chg="add mod modGraphic">
          <ac:chgData name="Nguyễn Văn Duy" userId="24ab697d-436d-49a2-9715-da11706968b4" providerId="ADAL" clId="{41231607-76A8-4E23-9D40-7EC980DC9D11}" dt="2026-03-16T01:02:42.297" v="234" actId="1076"/>
          <ac:graphicFrameMkLst>
            <pc:docMk/>
            <pc:sldMk cId="2140902433" sldId="262"/>
            <ac:graphicFrameMk id="5" creationId="{A59985C8-0406-91F3-2660-AE8AD5E3B45E}"/>
          </ac:graphicFrameMkLst>
        </pc:graphicFrameChg>
        <pc:graphicFrameChg chg="del">
          <ac:chgData name="Nguyễn Văn Duy" userId="24ab697d-436d-49a2-9715-da11706968b4" providerId="ADAL" clId="{41231607-76A8-4E23-9D40-7EC980DC9D11}" dt="2026-03-16T01:01:43.549" v="214" actId="478"/>
          <ac:graphicFrameMkLst>
            <pc:docMk/>
            <pc:sldMk cId="2140902433" sldId="262"/>
            <ac:graphicFrameMk id="11" creationId="{C7D6E352-B1E3-74FB-8726-66C58B678E44}"/>
          </ac:graphicFrameMkLst>
        </pc:graphicFrameChg>
        <pc:picChg chg="add mod modCrop">
          <ac:chgData name="Nguyễn Văn Duy" userId="24ab697d-436d-49a2-9715-da11706968b4" providerId="ADAL" clId="{41231607-76A8-4E23-9D40-7EC980DC9D11}" dt="2026-03-16T01:04:43.769" v="250" actId="1076"/>
          <ac:picMkLst>
            <pc:docMk/>
            <pc:sldMk cId="2140902433" sldId="262"/>
            <ac:picMk id="6" creationId="{77950EC1-6592-90A2-CDA3-077253BE806A}"/>
          </ac:picMkLst>
        </pc:picChg>
        <pc:picChg chg="del">
          <ac:chgData name="Nguyễn Văn Duy" userId="24ab697d-436d-49a2-9715-da11706968b4" providerId="ADAL" clId="{41231607-76A8-4E23-9D40-7EC980DC9D11}" dt="2026-03-16T01:01:45.088" v="216" actId="478"/>
          <ac:picMkLst>
            <pc:docMk/>
            <pc:sldMk cId="2140902433" sldId="262"/>
            <ac:picMk id="21" creationId="{54B26C9D-9623-19A5-0DE8-5D993B976540}"/>
          </ac:picMkLst>
        </pc:picChg>
        <pc:picChg chg="del">
          <ac:chgData name="Nguyễn Văn Duy" userId="24ab697d-436d-49a2-9715-da11706968b4" providerId="ADAL" clId="{41231607-76A8-4E23-9D40-7EC980DC9D11}" dt="2026-03-16T01:01:44.497" v="215" actId="478"/>
          <ac:picMkLst>
            <pc:docMk/>
            <pc:sldMk cId="2140902433" sldId="262"/>
            <ac:picMk id="1046" creationId="{A9F3E84D-B7F6-679E-8B34-E9C1E5DDA08B}"/>
          </ac:picMkLst>
        </pc:picChg>
        <pc:picChg chg="add del mod">
          <ac:chgData name="Nguyễn Văn Duy" userId="24ab697d-436d-49a2-9715-da11706968b4" providerId="ADAL" clId="{41231607-76A8-4E23-9D40-7EC980DC9D11}" dt="2026-03-16T01:03:03.449" v="239" actId="478"/>
          <ac:picMkLst>
            <pc:docMk/>
            <pc:sldMk cId="2140902433" sldId="262"/>
            <ac:picMk id="3074" creationId="{0307F8A5-E72C-2E9D-CACA-6A296988309D}"/>
          </ac:picMkLst>
        </pc:picChg>
      </pc:sldChg>
      <pc:sldChg chg="addSp delSp modSp add mod">
        <pc:chgData name="Nguyễn Văn Duy" userId="24ab697d-436d-49a2-9715-da11706968b4" providerId="ADAL" clId="{41231607-76A8-4E23-9D40-7EC980DC9D11}" dt="2026-03-16T01:11:44.299" v="313" actId="1076"/>
        <pc:sldMkLst>
          <pc:docMk/>
          <pc:sldMk cId="1801073609" sldId="263"/>
        </pc:sldMkLst>
        <pc:spChg chg="add mod">
          <ac:chgData name="Nguyễn Văn Duy" userId="24ab697d-436d-49a2-9715-da11706968b4" providerId="ADAL" clId="{41231607-76A8-4E23-9D40-7EC980DC9D11}" dt="2026-03-16T01:06:09.617" v="261" actId="1076"/>
          <ac:spMkLst>
            <pc:docMk/>
            <pc:sldMk cId="1801073609" sldId="263"/>
            <ac:spMk id="7" creationId="{019C814F-DC2A-50D9-5A6D-5B161EA5A083}"/>
          </ac:spMkLst>
        </pc:spChg>
        <pc:spChg chg="add mod">
          <ac:chgData name="Nguyễn Văn Duy" userId="24ab697d-436d-49a2-9715-da11706968b4" providerId="ADAL" clId="{41231607-76A8-4E23-9D40-7EC980DC9D11}" dt="2026-03-16T01:07:40.633" v="289" actId="1076"/>
          <ac:spMkLst>
            <pc:docMk/>
            <pc:sldMk cId="1801073609" sldId="263"/>
            <ac:spMk id="8" creationId="{E06855A0-EA54-F923-7B1F-B129C39D285E}"/>
          </ac:spMkLst>
        </pc:spChg>
        <pc:spChg chg="add del mod">
          <ac:chgData name="Nguyễn Văn Duy" userId="24ab697d-436d-49a2-9715-da11706968b4" providerId="ADAL" clId="{41231607-76A8-4E23-9D40-7EC980DC9D11}" dt="2026-03-16T01:07:29.075" v="284" actId="478"/>
          <ac:spMkLst>
            <pc:docMk/>
            <pc:sldMk cId="1801073609" sldId="263"/>
            <ac:spMk id="9" creationId="{78CD34D4-8A22-7A8E-9DE0-1F24E1B2243C}"/>
          </ac:spMkLst>
        </pc:spChg>
        <pc:spChg chg="add del mod">
          <ac:chgData name="Nguyễn Văn Duy" userId="24ab697d-436d-49a2-9715-da11706968b4" providerId="ADAL" clId="{41231607-76A8-4E23-9D40-7EC980DC9D11}" dt="2026-03-16T01:07:24.310" v="281" actId="478"/>
          <ac:spMkLst>
            <pc:docMk/>
            <pc:sldMk cId="1801073609" sldId="263"/>
            <ac:spMk id="10" creationId="{05EA50EA-1231-5BD9-07C6-E2B456278771}"/>
          </ac:spMkLst>
        </pc:spChg>
        <pc:spChg chg="add del mod">
          <ac:chgData name="Nguyễn Văn Duy" userId="24ab697d-436d-49a2-9715-da11706968b4" providerId="ADAL" clId="{41231607-76A8-4E23-9D40-7EC980DC9D11}" dt="2026-03-16T01:07:27.989" v="283" actId="478"/>
          <ac:spMkLst>
            <pc:docMk/>
            <pc:sldMk cId="1801073609" sldId="263"/>
            <ac:spMk id="11" creationId="{1F5A8A6F-6F4B-D25E-C149-6BC19A39C828}"/>
          </ac:spMkLst>
        </pc:spChg>
        <pc:graphicFrameChg chg="del modGraphic">
          <ac:chgData name="Nguyễn Văn Duy" userId="24ab697d-436d-49a2-9715-da11706968b4" providerId="ADAL" clId="{41231607-76A8-4E23-9D40-7EC980DC9D11}" dt="2026-03-16T01:05:41.367" v="254" actId="478"/>
          <ac:graphicFrameMkLst>
            <pc:docMk/>
            <pc:sldMk cId="1801073609" sldId="263"/>
            <ac:graphicFrameMk id="5" creationId="{7D3AAA5C-1B5A-D304-EB7C-C6FA84139924}"/>
          </ac:graphicFrameMkLst>
        </pc:graphicFrameChg>
        <pc:picChg chg="del">
          <ac:chgData name="Nguyễn Văn Duy" userId="24ab697d-436d-49a2-9715-da11706968b4" providerId="ADAL" clId="{41231607-76A8-4E23-9D40-7EC980DC9D11}" dt="2026-03-16T01:05:40.029" v="253" actId="478"/>
          <ac:picMkLst>
            <pc:docMk/>
            <pc:sldMk cId="1801073609" sldId="263"/>
            <ac:picMk id="6" creationId="{A4C06129-DB0D-D29C-3FD1-EF7DB2440F91}"/>
          </ac:picMkLst>
        </pc:picChg>
        <pc:picChg chg="add del mod">
          <ac:chgData name="Nguyễn Văn Duy" userId="24ab697d-436d-49a2-9715-da11706968b4" providerId="ADAL" clId="{41231607-76A8-4E23-9D40-7EC980DC9D11}" dt="2026-03-16T01:10:16.812" v="295" actId="478"/>
          <ac:picMkLst>
            <pc:docMk/>
            <pc:sldMk cId="1801073609" sldId="263"/>
            <ac:picMk id="12" creationId="{E1C49704-38E2-542C-3127-5AC355AA873D}"/>
          </ac:picMkLst>
        </pc:picChg>
        <pc:picChg chg="add del mod">
          <ac:chgData name="Nguyễn Văn Duy" userId="24ab697d-436d-49a2-9715-da11706968b4" providerId="ADAL" clId="{41231607-76A8-4E23-9D40-7EC980DC9D11}" dt="2026-03-16T01:05:45.137" v="257" actId="478"/>
          <ac:picMkLst>
            <pc:docMk/>
            <pc:sldMk cId="1801073609" sldId="263"/>
            <ac:picMk id="4098" creationId="{4E6CD493-0F9A-4BC3-81D7-265A59DBD679}"/>
          </ac:picMkLst>
        </pc:picChg>
        <pc:picChg chg="add del mod">
          <ac:chgData name="Nguyễn Văn Duy" userId="24ab697d-436d-49a2-9715-da11706968b4" providerId="ADAL" clId="{41231607-76A8-4E23-9D40-7EC980DC9D11}" dt="2026-03-16T01:05:45.137" v="257" actId="478"/>
          <ac:picMkLst>
            <pc:docMk/>
            <pc:sldMk cId="1801073609" sldId="263"/>
            <ac:picMk id="4099" creationId="{B817F7D3-432D-F3DC-589E-A93F993FCBD5}"/>
          </ac:picMkLst>
        </pc:picChg>
        <pc:picChg chg="add mod">
          <ac:chgData name="Nguyễn Văn Duy" userId="24ab697d-436d-49a2-9715-da11706968b4" providerId="ADAL" clId="{41231607-76A8-4E23-9D40-7EC980DC9D11}" dt="2026-03-16T01:06:18.769" v="263" actId="1076"/>
          <ac:picMkLst>
            <pc:docMk/>
            <pc:sldMk cId="1801073609" sldId="263"/>
            <ac:picMk id="4101" creationId="{160DEF19-6FF4-C332-5A03-3DE1E08ED8C1}"/>
          </ac:picMkLst>
        </pc:picChg>
        <pc:picChg chg="add mod">
          <ac:chgData name="Nguyễn Văn Duy" userId="24ab697d-436d-49a2-9715-da11706968b4" providerId="ADAL" clId="{41231607-76A8-4E23-9D40-7EC980DC9D11}" dt="2026-03-16T01:11:44.299" v="313" actId="1076"/>
          <ac:picMkLst>
            <pc:docMk/>
            <pc:sldMk cId="1801073609" sldId="263"/>
            <ac:picMk id="4103" creationId="{5EAE357B-A194-B50C-FC05-A8EFFE0B5E93}"/>
          </ac:picMkLst>
        </pc:picChg>
      </pc:sldChg>
      <pc:sldChg chg="addSp delSp modSp add mod ord">
        <pc:chgData name="Nguyễn Văn Duy" userId="24ab697d-436d-49a2-9715-da11706968b4" providerId="ADAL" clId="{41231607-76A8-4E23-9D40-7EC980DC9D11}" dt="2026-03-16T06:04:31.542" v="779" actId="1076"/>
        <pc:sldMkLst>
          <pc:docMk/>
          <pc:sldMk cId="3948163951" sldId="264"/>
        </pc:sldMkLst>
        <pc:spChg chg="add mod">
          <ac:chgData name="Nguyễn Văn Duy" userId="24ab697d-436d-49a2-9715-da11706968b4" providerId="ADAL" clId="{41231607-76A8-4E23-9D40-7EC980DC9D11}" dt="2026-03-16T05:58:22.162" v="753" actId="20577"/>
          <ac:spMkLst>
            <pc:docMk/>
            <pc:sldMk cId="3948163951" sldId="264"/>
            <ac:spMk id="6" creationId="{97325484-582B-ED18-3DD3-0C695EE19666}"/>
          </ac:spMkLst>
        </pc:spChg>
        <pc:spChg chg="add mod">
          <ac:chgData name="Nguyễn Văn Duy" userId="24ab697d-436d-49a2-9715-da11706968b4" providerId="ADAL" clId="{41231607-76A8-4E23-9D40-7EC980DC9D11}" dt="2026-03-16T06:00:11.116" v="755" actId="17032"/>
          <ac:spMkLst>
            <pc:docMk/>
            <pc:sldMk cId="3948163951" sldId="264"/>
            <ac:spMk id="7" creationId="{8A3E81FC-38B4-A5C3-D06D-87E7520CE244}"/>
          </ac:spMkLst>
        </pc:spChg>
        <pc:spChg chg="add del mod">
          <ac:chgData name="Nguyễn Văn Duy" userId="24ab697d-436d-49a2-9715-da11706968b4" providerId="ADAL" clId="{41231607-76A8-4E23-9D40-7EC980DC9D11}" dt="2026-03-16T01:46:00.733" v="366" actId="478"/>
          <ac:spMkLst>
            <pc:docMk/>
            <pc:sldMk cId="3948163951" sldId="264"/>
            <ac:spMk id="8" creationId="{080DE1E4-7DC5-1AB9-0A4D-CB8364DB6A0B}"/>
          </ac:spMkLst>
        </pc:spChg>
        <pc:spChg chg="add mod">
          <ac:chgData name="Nguyễn Văn Duy" userId="24ab697d-436d-49a2-9715-da11706968b4" providerId="ADAL" clId="{41231607-76A8-4E23-9D40-7EC980DC9D11}" dt="2026-03-16T06:00:21.724" v="757" actId="17032"/>
          <ac:spMkLst>
            <pc:docMk/>
            <pc:sldMk cId="3948163951" sldId="264"/>
            <ac:spMk id="8" creationId="{67CCDC6D-2B80-FF0A-399B-D7093BB49643}"/>
          </ac:spMkLst>
        </pc:spChg>
        <pc:spChg chg="add mod">
          <ac:chgData name="Nguyễn Văn Duy" userId="24ab697d-436d-49a2-9715-da11706968b4" providerId="ADAL" clId="{41231607-76A8-4E23-9D40-7EC980DC9D11}" dt="2026-03-16T06:04:31.542" v="779" actId="1076"/>
          <ac:spMkLst>
            <pc:docMk/>
            <pc:sldMk cId="3948163951" sldId="264"/>
            <ac:spMk id="12" creationId="{AA5FAB11-7436-BBD8-1FB9-6E764451187C}"/>
          </ac:spMkLst>
        </pc:spChg>
        <pc:spChg chg="add mod">
          <ac:chgData name="Nguyễn Văn Duy" userId="24ab697d-436d-49a2-9715-da11706968b4" providerId="ADAL" clId="{41231607-76A8-4E23-9D40-7EC980DC9D11}" dt="2026-03-16T06:02:47.812" v="768" actId="1076"/>
          <ac:spMkLst>
            <pc:docMk/>
            <pc:sldMk cId="3948163951" sldId="264"/>
            <ac:spMk id="14" creationId="{D3A91216-D86A-92EA-304F-27E0AA55AA0D}"/>
          </ac:spMkLst>
        </pc:spChg>
        <pc:spChg chg="add mod">
          <ac:chgData name="Nguyễn Văn Duy" userId="24ab697d-436d-49a2-9715-da11706968b4" providerId="ADAL" clId="{41231607-76A8-4E23-9D40-7EC980DC9D11}" dt="2026-03-16T06:04:27.115" v="778" actId="1036"/>
          <ac:spMkLst>
            <pc:docMk/>
            <pc:sldMk cId="3948163951" sldId="264"/>
            <ac:spMk id="15" creationId="{DF5F1135-ABF0-436B-259B-45DE6D83C8CE}"/>
          </ac:spMkLst>
        </pc:spChg>
        <pc:spChg chg="add del mod">
          <ac:chgData name="Nguyễn Văn Duy" userId="24ab697d-436d-49a2-9715-da11706968b4" providerId="ADAL" clId="{41231607-76A8-4E23-9D40-7EC980DC9D11}" dt="2026-03-16T01:45:58.555" v="364" actId="478"/>
          <ac:spMkLst>
            <pc:docMk/>
            <pc:sldMk cId="3948163951" sldId="264"/>
            <ac:spMk id="29" creationId="{334FE026-8286-F429-5F18-4C151592A496}"/>
          </ac:spMkLst>
        </pc:spChg>
        <pc:spChg chg="add del mod">
          <ac:chgData name="Nguyễn Văn Duy" userId="24ab697d-436d-49a2-9715-da11706968b4" providerId="ADAL" clId="{41231607-76A8-4E23-9D40-7EC980DC9D11}" dt="2026-03-16T01:20:56.006" v="353" actId="478"/>
          <ac:spMkLst>
            <pc:docMk/>
            <pc:sldMk cId="3948163951" sldId="264"/>
            <ac:spMk id="30" creationId="{2BD8254E-A97E-2620-4774-693AA5DA6999}"/>
          </ac:spMkLst>
        </pc:spChg>
        <pc:spChg chg="add del mod">
          <ac:chgData name="Nguyễn Văn Duy" userId="24ab697d-436d-49a2-9715-da11706968b4" providerId="ADAL" clId="{41231607-76A8-4E23-9D40-7EC980DC9D11}" dt="2026-03-16T01:20:52.135" v="351" actId="478"/>
          <ac:spMkLst>
            <pc:docMk/>
            <pc:sldMk cId="3948163951" sldId="264"/>
            <ac:spMk id="31" creationId="{692530AC-5E0C-7E58-A210-EDB6E4779D9A}"/>
          </ac:spMkLst>
        </pc:spChg>
        <pc:grpChg chg="del mod">
          <ac:chgData name="Nguyễn Văn Duy" userId="24ab697d-436d-49a2-9715-da11706968b4" providerId="ADAL" clId="{41231607-76A8-4E23-9D40-7EC980DC9D11}" dt="2026-03-16T01:18:22.825" v="323" actId="478"/>
          <ac:grpSpMkLst>
            <pc:docMk/>
            <pc:sldMk cId="3948163951" sldId="264"/>
            <ac:grpSpMk id="7" creationId="{E7F78842-FE01-6251-6952-3638EEE8A88C}"/>
          </ac:grpSpMkLst>
        </pc:grpChg>
        <pc:picChg chg="add mod">
          <ac:chgData name="Nguyễn Văn Duy" userId="24ab697d-436d-49a2-9715-da11706968b4" providerId="ADAL" clId="{41231607-76A8-4E23-9D40-7EC980DC9D11}" dt="2026-03-16T05:57:44.106" v="740" actId="1076"/>
          <ac:picMkLst>
            <pc:docMk/>
            <pc:sldMk cId="3948163951" sldId="264"/>
            <ac:picMk id="5" creationId="{543A2EF7-0BC6-F322-0ED1-CE23B939AE5B}"/>
          </ac:picMkLst>
        </pc:picChg>
        <pc:picChg chg="add mod">
          <ac:chgData name="Nguyễn Văn Duy" userId="24ab697d-436d-49a2-9715-da11706968b4" providerId="ADAL" clId="{41231607-76A8-4E23-9D40-7EC980DC9D11}" dt="2026-03-16T06:01:44.614" v="760" actId="1076"/>
          <ac:picMkLst>
            <pc:docMk/>
            <pc:sldMk cId="3948163951" sldId="264"/>
            <ac:picMk id="9" creationId="{3287E165-BC42-0AC2-3771-D4D4B93CB352}"/>
          </ac:picMkLst>
        </pc:picChg>
        <pc:picChg chg="add mod">
          <ac:chgData name="Nguyễn Văn Duy" userId="24ab697d-436d-49a2-9715-da11706968b4" providerId="ADAL" clId="{41231607-76A8-4E23-9D40-7EC980DC9D11}" dt="2026-03-16T01:19:21.273" v="332" actId="1076"/>
          <ac:picMkLst>
            <pc:docMk/>
            <pc:sldMk cId="3948163951" sldId="264"/>
            <ac:picMk id="6146" creationId="{6BFD0F6F-771F-0212-A05A-457E6C7A3274}"/>
          </ac:picMkLst>
        </pc:picChg>
        <pc:picChg chg="add mod">
          <ac:chgData name="Nguyễn Văn Duy" userId="24ab697d-436d-49a2-9715-da11706968b4" providerId="ADAL" clId="{41231607-76A8-4E23-9D40-7EC980DC9D11}" dt="2026-03-16T01:19:21.273" v="332" actId="1076"/>
          <ac:picMkLst>
            <pc:docMk/>
            <pc:sldMk cId="3948163951" sldId="264"/>
            <ac:picMk id="6147" creationId="{38A6EB97-840F-5549-DA82-2F49C7FFCA38}"/>
          </ac:picMkLst>
        </pc:picChg>
        <pc:picChg chg="add">
          <ac:chgData name="Nguyễn Văn Duy" userId="24ab697d-436d-49a2-9715-da11706968b4" providerId="ADAL" clId="{41231607-76A8-4E23-9D40-7EC980DC9D11}" dt="2026-03-16T01:19:32.746" v="333"/>
          <ac:picMkLst>
            <pc:docMk/>
            <pc:sldMk cId="3948163951" sldId="264"/>
            <ac:picMk id="6149" creationId="{FA0DDAF8-A4EA-2C41-55BE-52AD4727E097}"/>
          </ac:picMkLst>
        </pc:picChg>
        <pc:picChg chg="add del mod">
          <ac:chgData name="Nguyễn Văn Duy" userId="24ab697d-436d-49a2-9715-da11706968b4" providerId="ADAL" clId="{41231607-76A8-4E23-9D40-7EC980DC9D11}" dt="2026-03-16T01:46:01.419" v="367" actId="478"/>
          <ac:picMkLst>
            <pc:docMk/>
            <pc:sldMk cId="3948163951" sldId="264"/>
            <ac:picMk id="6151" creationId="{347BCC78-32DF-B79E-4DF2-184D8BECA58F}"/>
          </ac:picMkLst>
        </pc:picChg>
        <pc:picChg chg="add del mod">
          <ac:chgData name="Nguyễn Văn Duy" userId="24ab697d-436d-49a2-9715-da11706968b4" providerId="ADAL" clId="{41231607-76A8-4E23-9D40-7EC980DC9D11}" dt="2026-03-16T01:45:59.828" v="365" actId="478"/>
          <ac:picMkLst>
            <pc:docMk/>
            <pc:sldMk cId="3948163951" sldId="264"/>
            <ac:picMk id="6152" creationId="{AF138964-AE26-B5DA-CAAC-E8A1131F25D3}"/>
          </ac:picMkLst>
        </pc:picChg>
        <pc:cxnChg chg="add del">
          <ac:chgData name="Nguyễn Văn Duy" userId="24ab697d-436d-49a2-9715-da11706968b4" providerId="ADAL" clId="{41231607-76A8-4E23-9D40-7EC980DC9D11}" dt="2026-03-16T06:01:49.532" v="762" actId="11529"/>
          <ac:cxnSpMkLst>
            <pc:docMk/>
            <pc:sldMk cId="3948163951" sldId="264"/>
            <ac:cxnSpMk id="11" creationId="{09E284A1-5238-F869-B4E3-E69B25941186}"/>
          </ac:cxnSpMkLst>
        </pc:cxnChg>
      </pc:sldChg>
      <pc:sldChg chg="modSp add mod">
        <pc:chgData name="Nguyễn Văn Duy" userId="24ab697d-436d-49a2-9715-da11706968b4" providerId="ADAL" clId="{41231607-76A8-4E23-9D40-7EC980DC9D11}" dt="2026-03-16T01:45:47.495" v="361" actId="113"/>
        <pc:sldMkLst>
          <pc:docMk/>
          <pc:sldMk cId="3314950007" sldId="265"/>
        </pc:sldMkLst>
        <pc:spChg chg="mod">
          <ac:chgData name="Nguyễn Văn Duy" userId="24ab697d-436d-49a2-9715-da11706968b4" providerId="ADAL" clId="{41231607-76A8-4E23-9D40-7EC980DC9D11}" dt="2026-03-16T01:45:47.495" v="361" actId="113"/>
          <ac:spMkLst>
            <pc:docMk/>
            <pc:sldMk cId="3314950007" sldId="265"/>
            <ac:spMk id="29" creationId="{236FEBD2-7BE7-73B1-7372-49DC8C9F0CB3}"/>
          </ac:spMkLst>
        </pc:spChg>
      </pc:sldChg>
      <pc:sldChg chg="addSp delSp modSp add mod">
        <pc:chgData name="Nguyễn Văn Duy" userId="24ab697d-436d-49a2-9715-da11706968b4" providerId="ADAL" clId="{41231607-76A8-4E23-9D40-7EC980DC9D11}" dt="2026-03-16T01:52:18.687" v="489" actId="1076"/>
        <pc:sldMkLst>
          <pc:docMk/>
          <pc:sldMk cId="2061958750" sldId="266"/>
        </pc:sldMkLst>
        <pc:spChg chg="add mod">
          <ac:chgData name="Nguyễn Văn Duy" userId="24ab697d-436d-49a2-9715-da11706968b4" providerId="ADAL" clId="{41231607-76A8-4E23-9D40-7EC980DC9D11}" dt="2026-03-16T01:47:35.257" v="449" actId="20577"/>
          <ac:spMkLst>
            <pc:docMk/>
            <pc:sldMk cId="2061958750" sldId="266"/>
            <ac:spMk id="6" creationId="{F78CF9D5-EBCC-F78A-D2BB-FE20622BA39C}"/>
          </ac:spMkLst>
        </pc:spChg>
        <pc:spChg chg="add mod">
          <ac:chgData name="Nguyễn Văn Duy" userId="24ab697d-436d-49a2-9715-da11706968b4" providerId="ADAL" clId="{41231607-76A8-4E23-9D40-7EC980DC9D11}" dt="2026-03-16T01:48:45.386" v="455" actId="14100"/>
          <ac:spMkLst>
            <pc:docMk/>
            <pc:sldMk cId="2061958750" sldId="266"/>
            <ac:spMk id="29" creationId="{518680FB-3BBC-E2D2-1838-ABE21D8CB78D}"/>
          </ac:spMkLst>
        </pc:spChg>
        <pc:spChg chg="add mod">
          <ac:chgData name="Nguyễn Văn Duy" userId="24ab697d-436d-49a2-9715-da11706968b4" providerId="ADAL" clId="{41231607-76A8-4E23-9D40-7EC980DC9D11}" dt="2026-03-16T01:51:51.413" v="488" actId="1076"/>
          <ac:spMkLst>
            <pc:docMk/>
            <pc:sldMk cId="2061958750" sldId="266"/>
            <ac:spMk id="30" creationId="{04C81103-9227-55AD-E6CD-A3AC947F5B0F}"/>
          </ac:spMkLst>
        </pc:spChg>
        <pc:spChg chg="add del mod">
          <ac:chgData name="Nguyễn Văn Duy" userId="24ab697d-436d-49a2-9715-da11706968b4" providerId="ADAL" clId="{41231607-76A8-4E23-9D40-7EC980DC9D11}" dt="2026-03-16T01:51:39.519" v="485" actId="478"/>
          <ac:spMkLst>
            <pc:docMk/>
            <pc:sldMk cId="2061958750" sldId="266"/>
            <ac:spMk id="31" creationId="{0D3FC1BE-0F8C-2D74-3934-107FDA81723A}"/>
          </ac:spMkLst>
        </pc:spChg>
        <pc:spChg chg="add del mod">
          <ac:chgData name="Nguyễn Văn Duy" userId="24ab697d-436d-49a2-9715-da11706968b4" providerId="ADAL" clId="{41231607-76A8-4E23-9D40-7EC980DC9D11}" dt="2026-03-16T01:51:38.277" v="484" actId="478"/>
          <ac:spMkLst>
            <pc:docMk/>
            <pc:sldMk cId="2061958750" sldId="266"/>
            <ac:spMk id="7168" creationId="{1C278A88-2403-D38C-D33F-DC0F11BB07CF}"/>
          </ac:spMkLst>
        </pc:spChg>
        <pc:spChg chg="add del mod">
          <ac:chgData name="Nguyễn Văn Duy" userId="24ab697d-436d-49a2-9715-da11706968b4" providerId="ADAL" clId="{41231607-76A8-4E23-9D40-7EC980DC9D11}" dt="2026-03-16T01:51:32.351" v="481" actId="478"/>
          <ac:spMkLst>
            <pc:docMk/>
            <pc:sldMk cId="2061958750" sldId="266"/>
            <ac:spMk id="7169" creationId="{6D1ACD47-8F7C-295C-154F-8B35F31AAC43}"/>
          </ac:spMkLst>
        </pc:spChg>
        <pc:grpChg chg="del">
          <ac:chgData name="Nguyễn Văn Duy" userId="24ab697d-436d-49a2-9715-da11706968b4" providerId="ADAL" clId="{41231607-76A8-4E23-9D40-7EC980DC9D11}" dt="2026-03-16T01:47:07.854" v="369" actId="478"/>
          <ac:grpSpMkLst>
            <pc:docMk/>
            <pc:sldMk cId="2061958750" sldId="266"/>
            <ac:grpSpMk id="7" creationId="{189B9CE6-A77A-C822-5C65-F79E76608300}"/>
          </ac:grpSpMkLst>
        </pc:grpChg>
        <pc:picChg chg="add mod">
          <ac:chgData name="Nguyễn Văn Duy" userId="24ab697d-436d-49a2-9715-da11706968b4" providerId="ADAL" clId="{41231607-76A8-4E23-9D40-7EC980DC9D11}" dt="2026-03-16T01:52:18.687" v="489" actId="1076"/>
          <ac:picMkLst>
            <pc:docMk/>
            <pc:sldMk cId="2061958750" sldId="266"/>
            <ac:picMk id="7170" creationId="{390ED873-A578-20EC-0F64-F2DBF85A6D00}"/>
          </ac:picMkLst>
        </pc:picChg>
      </pc:sldChg>
      <pc:sldChg chg="addSp delSp modSp add mod">
        <pc:chgData name="Nguyễn Văn Duy" userId="24ab697d-436d-49a2-9715-da11706968b4" providerId="ADAL" clId="{41231607-76A8-4E23-9D40-7EC980DC9D11}" dt="2026-03-16T04:09:42.489" v="734" actId="14100"/>
        <pc:sldMkLst>
          <pc:docMk/>
          <pc:sldMk cId="3348791981" sldId="267"/>
        </pc:sldMkLst>
        <pc:spChg chg="mod">
          <ac:chgData name="Nguyễn Văn Duy" userId="24ab697d-436d-49a2-9715-da11706968b4" providerId="ADAL" clId="{41231607-76A8-4E23-9D40-7EC980DC9D11}" dt="2026-03-16T02:03:21.180" v="567" actId="113"/>
          <ac:spMkLst>
            <pc:docMk/>
            <pc:sldMk cId="3348791981" sldId="267"/>
            <ac:spMk id="2" creationId="{FCF8A543-32C5-341C-D821-BEFC0281A101}"/>
          </ac:spMkLst>
        </pc:spChg>
        <pc:spChg chg="mod">
          <ac:chgData name="Nguyễn Văn Duy" userId="24ab697d-436d-49a2-9715-da11706968b4" providerId="ADAL" clId="{41231607-76A8-4E23-9D40-7EC980DC9D11}" dt="2026-03-16T02:03:21.180" v="567" actId="113"/>
          <ac:spMkLst>
            <pc:docMk/>
            <pc:sldMk cId="3348791981" sldId="267"/>
            <ac:spMk id="6" creationId="{B20D2640-F374-53C0-2188-83ED776F1AED}"/>
          </ac:spMkLst>
        </pc:spChg>
        <pc:spChg chg="add del">
          <ac:chgData name="Nguyễn Văn Duy" userId="24ab697d-436d-49a2-9715-da11706968b4" providerId="ADAL" clId="{41231607-76A8-4E23-9D40-7EC980DC9D11}" dt="2026-03-16T01:52:55.393" v="497"/>
          <ac:spMkLst>
            <pc:docMk/>
            <pc:sldMk cId="3348791981" sldId="267"/>
            <ac:spMk id="7" creationId="{3700751C-C994-C5B1-CE57-5F5F4A2A19A9}"/>
          </ac:spMkLst>
        </pc:spChg>
        <pc:spChg chg="add mod">
          <ac:chgData name="Nguyễn Văn Duy" userId="24ab697d-436d-49a2-9715-da11706968b4" providerId="ADAL" clId="{41231607-76A8-4E23-9D40-7EC980DC9D11}" dt="2026-03-16T02:07:14.271" v="704" actId="1035"/>
          <ac:spMkLst>
            <pc:docMk/>
            <pc:sldMk cId="3348791981" sldId="267"/>
            <ac:spMk id="11" creationId="{522F1C7C-29BA-B190-4F40-C8552D10086D}"/>
          </ac:spMkLst>
        </pc:spChg>
        <pc:spChg chg="add mod">
          <ac:chgData name="Nguyễn Văn Duy" userId="24ab697d-436d-49a2-9715-da11706968b4" providerId="ADAL" clId="{41231607-76A8-4E23-9D40-7EC980DC9D11}" dt="2026-03-16T02:07:14.271" v="704" actId="1035"/>
          <ac:spMkLst>
            <pc:docMk/>
            <pc:sldMk cId="3348791981" sldId="267"/>
            <ac:spMk id="13" creationId="{3024800E-CE56-4C04-E833-24149D2404CD}"/>
          </ac:spMkLst>
        </pc:spChg>
        <pc:spChg chg="add mod">
          <ac:chgData name="Nguyễn Văn Duy" userId="24ab697d-436d-49a2-9715-da11706968b4" providerId="ADAL" clId="{41231607-76A8-4E23-9D40-7EC980DC9D11}" dt="2026-03-16T04:09:42.489" v="734" actId="14100"/>
          <ac:spMkLst>
            <pc:docMk/>
            <pc:sldMk cId="3348791981" sldId="267"/>
            <ac:spMk id="15" creationId="{BC3397AB-89D9-D3F1-27A9-0226306868FF}"/>
          </ac:spMkLst>
        </pc:spChg>
        <pc:spChg chg="add mod">
          <ac:chgData name="Nguyễn Văn Duy" userId="24ab697d-436d-49a2-9715-da11706968b4" providerId="ADAL" clId="{41231607-76A8-4E23-9D40-7EC980DC9D11}" dt="2026-03-16T02:08:00.973" v="712" actId="113"/>
          <ac:spMkLst>
            <pc:docMk/>
            <pc:sldMk cId="3348791981" sldId="267"/>
            <ac:spMk id="18" creationId="{159944AA-9245-BE9B-C069-5F637A879BBC}"/>
          </ac:spMkLst>
        </pc:spChg>
        <pc:spChg chg="add del mod">
          <ac:chgData name="Nguyễn Văn Duy" userId="24ab697d-436d-49a2-9715-da11706968b4" providerId="ADAL" clId="{41231607-76A8-4E23-9D40-7EC980DC9D11}" dt="2026-03-16T02:06:44.037" v="679" actId="478"/>
          <ac:spMkLst>
            <pc:docMk/>
            <pc:sldMk cId="3348791981" sldId="267"/>
            <ac:spMk id="29" creationId="{3477FD9B-040C-003A-E2F6-9A4162C5D92D}"/>
          </ac:spMkLst>
        </pc:spChg>
        <pc:spChg chg="del mod">
          <ac:chgData name="Nguyễn Văn Duy" userId="24ab697d-436d-49a2-9715-da11706968b4" providerId="ADAL" clId="{41231607-76A8-4E23-9D40-7EC980DC9D11}" dt="2026-03-16T01:52:51.691" v="492" actId="478"/>
          <ac:spMkLst>
            <pc:docMk/>
            <pc:sldMk cId="3348791981" sldId="267"/>
            <ac:spMk id="30" creationId="{47526EC5-C650-BFF5-8DAB-4527E2F3533B}"/>
          </ac:spMkLst>
        </pc:spChg>
        <pc:picChg chg="mod">
          <ac:chgData name="Nguyễn Văn Duy" userId="24ab697d-436d-49a2-9715-da11706968b4" providerId="ADAL" clId="{41231607-76A8-4E23-9D40-7EC980DC9D11}" dt="2026-03-16T02:03:21.180" v="567" actId="113"/>
          <ac:picMkLst>
            <pc:docMk/>
            <pc:sldMk cId="3348791981" sldId="267"/>
            <ac:picMk id="3" creationId="{2008B74C-6581-0BA7-EB55-35C70DA87C93}"/>
          </ac:picMkLst>
        </pc:picChg>
        <pc:picChg chg="mod">
          <ac:chgData name="Nguyễn Văn Duy" userId="24ab697d-436d-49a2-9715-da11706968b4" providerId="ADAL" clId="{41231607-76A8-4E23-9D40-7EC980DC9D11}" dt="2026-03-16T02:03:21.180" v="567" actId="113"/>
          <ac:picMkLst>
            <pc:docMk/>
            <pc:sldMk cId="3348791981" sldId="267"/>
            <ac:picMk id="4" creationId="{2EBF6A55-7C7F-624A-9687-EAE20C28B99A}"/>
          </ac:picMkLst>
        </pc:picChg>
        <pc:picChg chg="add mod">
          <ac:chgData name="Nguyễn Văn Duy" userId="24ab697d-436d-49a2-9715-da11706968b4" providerId="ADAL" clId="{41231607-76A8-4E23-9D40-7EC980DC9D11}" dt="2026-03-16T02:06:45.904" v="683" actId="1035"/>
          <ac:picMkLst>
            <pc:docMk/>
            <pc:sldMk cId="3348791981" sldId="267"/>
            <ac:picMk id="8" creationId="{F7CB76B1-B9AC-4AAF-9FEE-1BF283B81D25}"/>
          </ac:picMkLst>
        </pc:picChg>
        <pc:picChg chg="add mod modCrop">
          <ac:chgData name="Nguyễn Văn Duy" userId="24ab697d-436d-49a2-9715-da11706968b4" providerId="ADAL" clId="{41231607-76A8-4E23-9D40-7EC980DC9D11}" dt="2026-03-16T04:09:34.244" v="732" actId="1076"/>
          <ac:picMkLst>
            <pc:docMk/>
            <pc:sldMk cId="3348791981" sldId="267"/>
            <ac:picMk id="9" creationId="{E3155D77-003D-385A-CDA6-CDC6BD54EB9F}"/>
          </ac:picMkLst>
        </pc:picChg>
        <pc:picChg chg="add mod">
          <ac:chgData name="Nguyễn Văn Duy" userId="24ab697d-436d-49a2-9715-da11706968b4" providerId="ADAL" clId="{41231607-76A8-4E23-9D40-7EC980DC9D11}" dt="2026-03-16T02:07:19.090" v="706" actId="1076"/>
          <ac:picMkLst>
            <pc:docMk/>
            <pc:sldMk cId="3348791981" sldId="267"/>
            <ac:picMk id="16" creationId="{126AE237-96A6-85FA-0C13-19320DFF6C14}"/>
          </ac:picMkLst>
        </pc:picChg>
        <pc:picChg chg="del">
          <ac:chgData name="Nguyễn Văn Duy" userId="24ab697d-436d-49a2-9715-da11706968b4" providerId="ADAL" clId="{41231607-76A8-4E23-9D40-7EC980DC9D11}" dt="2026-03-16T01:52:52.926" v="493" actId="478"/>
          <ac:picMkLst>
            <pc:docMk/>
            <pc:sldMk cId="3348791981" sldId="267"/>
            <ac:picMk id="7170" creationId="{8C453255-B5BB-8F89-A1DF-6FE2B69622D3}"/>
          </ac:picMkLst>
        </pc:picChg>
        <pc:picChg chg="add mod">
          <ac:chgData name="Nguyễn Văn Duy" userId="24ab697d-436d-49a2-9715-da11706968b4" providerId="ADAL" clId="{41231607-76A8-4E23-9D40-7EC980DC9D11}" dt="2026-03-16T02:06:45.904" v="683" actId="1035"/>
          <ac:picMkLst>
            <pc:docMk/>
            <pc:sldMk cId="3348791981" sldId="267"/>
            <ac:picMk id="9218" creationId="{2A34FFEF-8F0D-AF4F-886D-C99B1EAD4EE7}"/>
          </ac:picMkLst>
        </pc:picChg>
      </pc:sldChg>
      <pc:sldChg chg="addSp delSp modSp add del mod">
        <pc:chgData name="Nguyễn Văn Duy" userId="24ab697d-436d-49a2-9715-da11706968b4" providerId="ADAL" clId="{41231607-76A8-4E23-9D40-7EC980DC9D11}" dt="2026-03-16T02:10:09.734" v="731" actId="1076"/>
        <pc:sldMkLst>
          <pc:docMk/>
          <pc:sldMk cId="3717895382" sldId="268"/>
        </pc:sldMkLst>
        <pc:spChg chg="add mod">
          <ac:chgData name="Nguyễn Văn Duy" userId="24ab697d-436d-49a2-9715-da11706968b4" providerId="ADAL" clId="{41231607-76A8-4E23-9D40-7EC980DC9D11}" dt="2026-03-16T02:09:20.869" v="723" actId="2711"/>
          <ac:spMkLst>
            <pc:docMk/>
            <pc:sldMk cId="3717895382" sldId="268"/>
            <ac:spMk id="5" creationId="{69FDF173-FAC1-FF54-5BB2-228B07D5BC95}"/>
          </ac:spMkLst>
        </pc:spChg>
        <pc:spChg chg="add mod">
          <ac:chgData name="Nguyễn Văn Duy" userId="24ab697d-436d-49a2-9715-da11706968b4" providerId="ADAL" clId="{41231607-76A8-4E23-9D40-7EC980DC9D11}" dt="2026-03-16T02:09:33.980" v="726" actId="1076"/>
          <ac:spMkLst>
            <pc:docMk/>
            <pc:sldMk cId="3717895382" sldId="268"/>
            <ac:spMk id="7" creationId="{B179617A-D78A-DAB0-F41A-5FB5126AE7EB}"/>
          </ac:spMkLst>
        </pc:spChg>
        <pc:spChg chg="add mod">
          <ac:chgData name="Nguyễn Văn Duy" userId="24ab697d-436d-49a2-9715-da11706968b4" providerId="ADAL" clId="{41231607-76A8-4E23-9D40-7EC980DC9D11}" dt="2026-03-16T02:09:38.602" v="727" actId="1076"/>
          <ac:spMkLst>
            <pc:docMk/>
            <pc:sldMk cId="3717895382" sldId="268"/>
            <ac:spMk id="10" creationId="{EA6A26FB-3696-9D49-7B80-700167ADEC62}"/>
          </ac:spMkLst>
        </pc:spChg>
        <pc:spChg chg="del">
          <ac:chgData name="Nguyễn Văn Duy" userId="24ab697d-436d-49a2-9715-da11706968b4" providerId="ADAL" clId="{41231607-76A8-4E23-9D40-7EC980DC9D11}" dt="2026-03-16T02:08:13.738" v="717" actId="478"/>
          <ac:spMkLst>
            <pc:docMk/>
            <pc:sldMk cId="3717895382" sldId="268"/>
            <ac:spMk id="11" creationId="{2D6FC21F-2EA2-1837-76A8-F5EB319D3AAA}"/>
          </ac:spMkLst>
        </pc:spChg>
        <pc:spChg chg="add mod">
          <ac:chgData name="Nguyễn Văn Duy" userId="24ab697d-436d-49a2-9715-da11706968b4" providerId="ADAL" clId="{41231607-76A8-4E23-9D40-7EC980DC9D11}" dt="2026-03-16T02:09:25.960" v="724" actId="1076"/>
          <ac:spMkLst>
            <pc:docMk/>
            <pc:sldMk cId="3717895382" sldId="268"/>
            <ac:spMk id="12" creationId="{68B361DF-31D7-59AE-836F-D54E2EA0EBC3}"/>
          </ac:spMkLst>
        </pc:spChg>
        <pc:spChg chg="del">
          <ac:chgData name="Nguyễn Văn Duy" userId="24ab697d-436d-49a2-9715-da11706968b4" providerId="ADAL" clId="{41231607-76A8-4E23-9D40-7EC980DC9D11}" dt="2026-03-16T02:08:14.450" v="718" actId="478"/>
          <ac:spMkLst>
            <pc:docMk/>
            <pc:sldMk cId="3717895382" sldId="268"/>
            <ac:spMk id="13" creationId="{E00D7028-50FD-4BE7-457D-3D01765E9203}"/>
          </ac:spMkLst>
        </pc:spChg>
        <pc:spChg chg="add mod">
          <ac:chgData name="Nguyễn Văn Duy" userId="24ab697d-436d-49a2-9715-da11706968b4" providerId="ADAL" clId="{41231607-76A8-4E23-9D40-7EC980DC9D11}" dt="2026-03-16T02:09:29.666" v="725" actId="1076"/>
          <ac:spMkLst>
            <pc:docMk/>
            <pc:sldMk cId="3717895382" sldId="268"/>
            <ac:spMk id="14" creationId="{05425C8F-B0F3-1B2B-4FD4-922930C54D31}"/>
          </ac:spMkLst>
        </pc:spChg>
        <pc:spChg chg="del mod">
          <ac:chgData name="Nguyễn Văn Duy" userId="24ab697d-436d-49a2-9715-da11706968b4" providerId="ADAL" clId="{41231607-76A8-4E23-9D40-7EC980DC9D11}" dt="2026-03-16T02:08:15.186" v="719" actId="478"/>
          <ac:spMkLst>
            <pc:docMk/>
            <pc:sldMk cId="3717895382" sldId="268"/>
            <ac:spMk id="15" creationId="{77AED45A-DC0F-8502-E0C6-C3C42A145F05}"/>
          </ac:spMkLst>
        </pc:spChg>
        <pc:spChg chg="del mod">
          <ac:chgData name="Nguyễn Văn Duy" userId="24ab697d-436d-49a2-9715-da11706968b4" providerId="ADAL" clId="{41231607-76A8-4E23-9D40-7EC980DC9D11}" dt="2026-03-16T02:08:10.682" v="713" actId="478"/>
          <ac:spMkLst>
            <pc:docMk/>
            <pc:sldMk cId="3717895382" sldId="268"/>
            <ac:spMk id="29" creationId="{B27E0B93-5D7B-32E1-C090-0D930CFCD872}"/>
          </ac:spMkLst>
        </pc:spChg>
        <pc:picChg chg="del">
          <ac:chgData name="Nguyễn Văn Duy" userId="24ab697d-436d-49a2-9715-da11706968b4" providerId="ADAL" clId="{41231607-76A8-4E23-9D40-7EC980DC9D11}" dt="2026-03-16T02:08:11.210" v="714" actId="478"/>
          <ac:picMkLst>
            <pc:docMk/>
            <pc:sldMk cId="3717895382" sldId="268"/>
            <ac:picMk id="8" creationId="{221F8A3E-8F2C-0724-7009-A148F3D8E3A7}"/>
          </ac:picMkLst>
        </pc:picChg>
        <pc:picChg chg="del">
          <ac:chgData name="Nguyễn Văn Duy" userId="24ab697d-436d-49a2-9715-da11706968b4" providerId="ADAL" clId="{41231607-76A8-4E23-9D40-7EC980DC9D11}" dt="2026-03-16T02:08:11.570" v="715" actId="478"/>
          <ac:picMkLst>
            <pc:docMk/>
            <pc:sldMk cId="3717895382" sldId="268"/>
            <ac:picMk id="9" creationId="{282D0022-C3BA-01F7-2476-7017C5A51F54}"/>
          </ac:picMkLst>
        </pc:picChg>
        <pc:picChg chg="add mod">
          <ac:chgData name="Nguyễn Văn Duy" userId="24ab697d-436d-49a2-9715-da11706968b4" providerId="ADAL" clId="{41231607-76A8-4E23-9D40-7EC980DC9D11}" dt="2026-03-16T02:10:09.734" v="731" actId="1076"/>
          <ac:picMkLst>
            <pc:docMk/>
            <pc:sldMk cId="3717895382" sldId="268"/>
            <ac:picMk id="16" creationId="{3FDA3CA2-21F1-0DB2-8037-AD6D410950DF}"/>
          </ac:picMkLst>
        </pc:picChg>
        <pc:picChg chg="del">
          <ac:chgData name="Nguyễn Văn Duy" userId="24ab697d-436d-49a2-9715-da11706968b4" providerId="ADAL" clId="{41231607-76A8-4E23-9D40-7EC980DC9D11}" dt="2026-03-16T02:08:15.858" v="720" actId="478"/>
          <ac:picMkLst>
            <pc:docMk/>
            <pc:sldMk cId="3717895382" sldId="268"/>
            <ac:picMk id="9218" creationId="{ABD448AA-CA47-46C2-88BA-5D277220606D}"/>
          </ac:picMkLst>
        </pc:picChg>
      </pc:sldChg>
      <pc:sldChg chg="addSp delSp modSp add mod ord">
        <pc:chgData name="Nguyễn Văn Duy" userId="24ab697d-436d-49a2-9715-da11706968b4" providerId="ADAL" clId="{41231607-76A8-4E23-9D40-7EC980DC9D11}" dt="2026-03-16T06:25:05.684" v="1157"/>
        <pc:sldMkLst>
          <pc:docMk/>
          <pc:sldMk cId="261395254" sldId="269"/>
        </pc:sldMkLst>
        <pc:spChg chg="del">
          <ac:chgData name="Nguyễn Văn Duy" userId="24ab697d-436d-49a2-9715-da11706968b4" providerId="ADAL" clId="{41231607-76A8-4E23-9D40-7EC980DC9D11}" dt="2026-03-16T06:06:36.716" v="786" actId="478"/>
          <ac:spMkLst>
            <pc:docMk/>
            <pc:sldMk cId="261395254" sldId="269"/>
            <ac:spMk id="7" creationId="{A32F33FD-6BDB-62E8-CABA-EC466E0CC834}"/>
          </ac:spMkLst>
        </pc:spChg>
        <pc:spChg chg="del">
          <ac:chgData name="Nguyễn Văn Duy" userId="24ab697d-436d-49a2-9715-da11706968b4" providerId="ADAL" clId="{41231607-76A8-4E23-9D40-7EC980DC9D11}" dt="2026-03-16T06:06:36.254" v="785" actId="478"/>
          <ac:spMkLst>
            <pc:docMk/>
            <pc:sldMk cId="261395254" sldId="269"/>
            <ac:spMk id="8" creationId="{1B6362F7-C50C-91A2-87CA-ECF70E3963E3}"/>
          </ac:spMkLst>
        </pc:spChg>
        <pc:spChg chg="add mod">
          <ac:chgData name="Nguyễn Văn Duy" userId="24ab697d-436d-49a2-9715-da11706968b4" providerId="ADAL" clId="{41231607-76A8-4E23-9D40-7EC980DC9D11}" dt="2026-03-16T06:08:54.028" v="802" actId="1076"/>
          <ac:spMkLst>
            <pc:docMk/>
            <pc:sldMk cId="261395254" sldId="269"/>
            <ac:spMk id="11" creationId="{B4252735-8D1E-88B3-FE75-AA2FDA5125F4}"/>
          </ac:spMkLst>
        </pc:spChg>
        <pc:spChg chg="del">
          <ac:chgData name="Nguyễn Văn Duy" userId="24ab697d-436d-49a2-9715-da11706968b4" providerId="ADAL" clId="{41231607-76A8-4E23-9D40-7EC980DC9D11}" dt="2026-03-16T06:06:34.858" v="783" actId="478"/>
          <ac:spMkLst>
            <pc:docMk/>
            <pc:sldMk cId="261395254" sldId="269"/>
            <ac:spMk id="12" creationId="{B60FF013-5A4B-D922-A82A-E489B5D7C474}"/>
          </ac:spMkLst>
        </pc:spChg>
        <pc:spChg chg="del">
          <ac:chgData name="Nguyễn Văn Duy" userId="24ab697d-436d-49a2-9715-da11706968b4" providerId="ADAL" clId="{41231607-76A8-4E23-9D40-7EC980DC9D11}" dt="2026-03-16T06:06:35.441" v="784" actId="478"/>
          <ac:spMkLst>
            <pc:docMk/>
            <pc:sldMk cId="261395254" sldId="269"/>
            <ac:spMk id="15" creationId="{9FF30767-EF48-888B-E270-A3671C4FA506}"/>
          </ac:spMkLst>
        </pc:spChg>
        <pc:spChg chg="add mod">
          <ac:chgData name="Nguyễn Văn Duy" userId="24ab697d-436d-49a2-9715-da11706968b4" providerId="ADAL" clId="{41231607-76A8-4E23-9D40-7EC980DC9D11}" dt="2026-03-16T06:08:47.630" v="801" actId="2711"/>
          <ac:spMkLst>
            <pc:docMk/>
            <pc:sldMk cId="261395254" sldId="269"/>
            <ac:spMk id="16" creationId="{A7B545BB-4D1F-C9E2-C2F7-1AE9BAECB2CB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18" creationId="{0F50595D-B8ED-D5FC-F16E-29FB048DC274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20" creationId="{8F5D9F1F-CF7B-BF99-63EB-9C773CF9850A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22" creationId="{5E0D1178-6EBF-E2A0-1C4E-B6183A8197B0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24" creationId="{5F97C856-3BB3-CC59-E316-10543CF89F63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26" creationId="{64C4A881-87B2-BAC7-D142-9A716DB8F4E6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29" creationId="{83D19184-E292-C423-899F-573635BE8903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30" creationId="{4F08CE09-ADFB-F1DB-37DE-DC2BCE3689FD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31" creationId="{EB45A4CD-3C53-995E-6F56-E34C53799F55}"/>
          </ac:spMkLst>
        </pc:spChg>
        <pc:spChg chg="add mod">
          <ac:chgData name="Nguyễn Văn Duy" userId="24ab697d-436d-49a2-9715-da11706968b4" providerId="ADAL" clId="{41231607-76A8-4E23-9D40-7EC980DC9D11}" dt="2026-03-16T06:16:29.863" v="918" actId="1076"/>
          <ac:spMkLst>
            <pc:docMk/>
            <pc:sldMk cId="261395254" sldId="269"/>
            <ac:spMk id="32" creationId="{F4F5A67F-3DC5-1294-E4E0-3D22C9B32A89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33" creationId="{4A33CD28-07A6-5C56-43BC-334236E3A47E}"/>
          </ac:spMkLst>
        </pc:spChg>
        <pc:spChg chg="add mod">
          <ac:chgData name="Nguyễn Văn Duy" userId="24ab697d-436d-49a2-9715-da11706968b4" providerId="ADAL" clId="{41231607-76A8-4E23-9D40-7EC980DC9D11}" dt="2026-03-16T06:14:46.090" v="886"/>
          <ac:spMkLst>
            <pc:docMk/>
            <pc:sldMk cId="261395254" sldId="269"/>
            <ac:spMk id="34" creationId="{1CB5EA33-B25E-876C-81C1-E4E07C2152AB}"/>
          </ac:spMkLst>
        </pc:spChg>
        <pc:spChg chg="add mod">
          <ac:chgData name="Nguyễn Văn Duy" userId="24ab697d-436d-49a2-9715-da11706968b4" providerId="ADAL" clId="{41231607-76A8-4E23-9D40-7EC980DC9D11}" dt="2026-03-16T06:15:26.038" v="901" actId="14100"/>
          <ac:spMkLst>
            <pc:docMk/>
            <pc:sldMk cId="261395254" sldId="269"/>
            <ac:spMk id="36" creationId="{2EDB9CD1-360A-1BEA-64C8-DB60EF756F86}"/>
          </ac:spMkLst>
        </pc:spChg>
        <pc:spChg chg="add mod">
          <ac:chgData name="Nguyễn Văn Duy" userId="24ab697d-436d-49a2-9715-da11706968b4" providerId="ADAL" clId="{41231607-76A8-4E23-9D40-7EC980DC9D11}" dt="2026-03-16T06:16:45.857" v="919" actId="1076"/>
          <ac:spMkLst>
            <pc:docMk/>
            <pc:sldMk cId="261395254" sldId="269"/>
            <ac:spMk id="37" creationId="{641FD28A-5A50-39F4-5286-A2010178CAAA}"/>
          </ac:spMkLst>
        </pc:spChg>
        <pc:spChg chg="add mod">
          <ac:chgData name="Nguyễn Văn Duy" userId="24ab697d-436d-49a2-9715-da11706968b4" providerId="ADAL" clId="{41231607-76A8-4E23-9D40-7EC980DC9D11}" dt="2026-03-16T06:16:03.784" v="914" actId="1076"/>
          <ac:spMkLst>
            <pc:docMk/>
            <pc:sldMk cId="261395254" sldId="269"/>
            <ac:spMk id="39" creationId="{A2DF03B9-55D9-2EC2-0E83-7A21148B070D}"/>
          </ac:spMkLst>
        </pc:spChg>
        <pc:picChg chg="del">
          <ac:chgData name="Nguyễn Văn Duy" userId="24ab697d-436d-49a2-9715-da11706968b4" providerId="ADAL" clId="{41231607-76A8-4E23-9D40-7EC980DC9D11}" dt="2026-03-16T06:06:33.519" v="781" actId="478"/>
          <ac:picMkLst>
            <pc:docMk/>
            <pc:sldMk cId="261395254" sldId="269"/>
            <ac:picMk id="5" creationId="{B99CA8F0-30D7-64EF-8B87-2632B7C480F2}"/>
          </ac:picMkLst>
        </pc:picChg>
        <pc:picChg chg="del">
          <ac:chgData name="Nguyễn Văn Duy" userId="24ab697d-436d-49a2-9715-da11706968b4" providerId="ADAL" clId="{41231607-76A8-4E23-9D40-7EC980DC9D11}" dt="2026-03-16T06:06:34.109" v="782" actId="478"/>
          <ac:picMkLst>
            <pc:docMk/>
            <pc:sldMk cId="261395254" sldId="269"/>
            <ac:picMk id="9" creationId="{D491B1E7-18EB-F23C-8FC8-C229DD57AB63}"/>
          </ac:picMkLst>
        </pc:picChg>
        <pc:cxnChg chg="add del">
          <ac:chgData name="Nguyễn Văn Duy" userId="24ab697d-436d-49a2-9715-da11706968b4" providerId="ADAL" clId="{41231607-76A8-4E23-9D40-7EC980DC9D11}" dt="2026-03-16T06:13:37.007" v="871" actId="11529"/>
          <ac:cxnSpMkLst>
            <pc:docMk/>
            <pc:sldMk cId="261395254" sldId="269"/>
            <ac:cxnSpMk id="28" creationId="{47B11022-3347-7AE9-8FD6-AA4E6EE9E5E5}"/>
          </ac:cxnSpMkLst>
        </pc:cxnChg>
        <pc:cxnChg chg="add">
          <ac:chgData name="Nguyễn Văn Duy" userId="24ab697d-436d-49a2-9715-da11706968b4" providerId="ADAL" clId="{41231607-76A8-4E23-9D40-7EC980DC9D11}" dt="2026-03-16T06:17:07.684" v="920" actId="11529"/>
          <ac:cxnSpMkLst>
            <pc:docMk/>
            <pc:sldMk cId="261395254" sldId="269"/>
            <ac:cxnSpMk id="41" creationId="{5BB5CABE-34C9-411F-BE81-99FF1B71689E}"/>
          </ac:cxnSpMkLst>
        </pc:cxnChg>
        <pc:cxnChg chg="add">
          <ac:chgData name="Nguyễn Văn Duy" userId="24ab697d-436d-49a2-9715-da11706968b4" providerId="ADAL" clId="{41231607-76A8-4E23-9D40-7EC980DC9D11}" dt="2026-03-16T06:17:17.132" v="921" actId="11529"/>
          <ac:cxnSpMkLst>
            <pc:docMk/>
            <pc:sldMk cId="261395254" sldId="269"/>
            <ac:cxnSpMk id="43" creationId="{82774789-5510-A14A-FC80-9B2DB29674EA}"/>
          </ac:cxnSpMkLst>
        </pc:cxnChg>
        <pc:cxnChg chg="add">
          <ac:chgData name="Nguyễn Văn Duy" userId="24ab697d-436d-49a2-9715-da11706968b4" providerId="ADAL" clId="{41231607-76A8-4E23-9D40-7EC980DC9D11}" dt="2026-03-16T06:17:25.087" v="922" actId="11529"/>
          <ac:cxnSpMkLst>
            <pc:docMk/>
            <pc:sldMk cId="261395254" sldId="269"/>
            <ac:cxnSpMk id="45" creationId="{FEDADDD3-3A2C-C9D7-48C9-1C6369B624FD}"/>
          </ac:cxnSpMkLst>
        </pc:cxnChg>
        <pc:cxnChg chg="add">
          <ac:chgData name="Nguyễn Văn Duy" userId="24ab697d-436d-49a2-9715-da11706968b4" providerId="ADAL" clId="{41231607-76A8-4E23-9D40-7EC980DC9D11}" dt="2026-03-16T06:17:31.999" v="923" actId="11529"/>
          <ac:cxnSpMkLst>
            <pc:docMk/>
            <pc:sldMk cId="261395254" sldId="269"/>
            <ac:cxnSpMk id="47" creationId="{173910A9-F80A-59BB-6D52-B287B8C93953}"/>
          </ac:cxnSpMkLst>
        </pc:cxnChg>
        <pc:cxnChg chg="add">
          <ac:chgData name="Nguyễn Văn Duy" userId="24ab697d-436d-49a2-9715-da11706968b4" providerId="ADAL" clId="{41231607-76A8-4E23-9D40-7EC980DC9D11}" dt="2026-03-16T06:17:38.225" v="924" actId="11529"/>
          <ac:cxnSpMkLst>
            <pc:docMk/>
            <pc:sldMk cId="261395254" sldId="269"/>
            <ac:cxnSpMk id="49" creationId="{9E3A206A-D1E1-BE82-B8DE-460096D610B4}"/>
          </ac:cxnSpMkLst>
        </pc:cxnChg>
        <pc:cxnChg chg="add mod">
          <ac:chgData name="Nguyễn Văn Duy" userId="24ab697d-436d-49a2-9715-da11706968b4" providerId="ADAL" clId="{41231607-76A8-4E23-9D40-7EC980DC9D11}" dt="2026-03-16T06:17:47.721" v="926" actId="14100"/>
          <ac:cxnSpMkLst>
            <pc:docMk/>
            <pc:sldMk cId="261395254" sldId="269"/>
            <ac:cxnSpMk id="51" creationId="{082E3AFC-2804-02FF-E887-314BEE5714D8}"/>
          </ac:cxnSpMkLst>
        </pc:cxnChg>
        <pc:cxnChg chg="add">
          <ac:chgData name="Nguyễn Văn Duy" userId="24ab697d-436d-49a2-9715-da11706968b4" providerId="ADAL" clId="{41231607-76A8-4E23-9D40-7EC980DC9D11}" dt="2026-03-16T06:17:54.166" v="927" actId="11529"/>
          <ac:cxnSpMkLst>
            <pc:docMk/>
            <pc:sldMk cId="261395254" sldId="269"/>
            <ac:cxnSpMk id="54" creationId="{ED358689-CAF4-9706-1D73-12ED3B5E6C7F}"/>
          </ac:cxnSpMkLst>
        </pc:cxnChg>
      </pc:sldChg>
      <pc:sldChg chg="addSp delSp modSp add mod">
        <pc:chgData name="Nguyễn Văn Duy" userId="24ab697d-436d-49a2-9715-da11706968b4" providerId="ADAL" clId="{41231607-76A8-4E23-9D40-7EC980DC9D11}" dt="2026-03-16T06:24:39.474" v="1153" actId="14100"/>
        <pc:sldMkLst>
          <pc:docMk/>
          <pc:sldMk cId="2222659682" sldId="270"/>
        </pc:sldMkLst>
        <pc:spChg chg="add mod">
          <ac:chgData name="Nguyễn Văn Duy" userId="24ab697d-436d-49a2-9715-da11706968b4" providerId="ADAL" clId="{41231607-76A8-4E23-9D40-7EC980DC9D11}" dt="2026-03-16T06:24:34.800" v="1151" actId="14100"/>
          <ac:spMkLst>
            <pc:docMk/>
            <pc:sldMk cId="2222659682" sldId="270"/>
            <ac:spMk id="7" creationId="{63DD975B-FBA2-9265-D60D-E0549866A4CB}"/>
          </ac:spMkLst>
        </pc:spChg>
        <pc:spChg chg="add mod">
          <ac:chgData name="Nguyễn Văn Duy" userId="24ab697d-436d-49a2-9715-da11706968b4" providerId="ADAL" clId="{41231607-76A8-4E23-9D40-7EC980DC9D11}" dt="2026-03-16T06:24:37.696" v="1152" actId="14100"/>
          <ac:spMkLst>
            <pc:docMk/>
            <pc:sldMk cId="2222659682" sldId="270"/>
            <ac:spMk id="9" creationId="{EEC9EDD1-7B06-65C8-E23B-BBC39CFF25FA}"/>
          </ac:spMkLst>
        </pc:spChg>
        <pc:spChg chg="del">
          <ac:chgData name="Nguyễn Văn Duy" userId="24ab697d-436d-49a2-9715-da11706968b4" providerId="ADAL" clId="{41231607-76A8-4E23-9D40-7EC980DC9D11}" dt="2026-03-16T06:19:01.785" v="929" actId="478"/>
          <ac:spMkLst>
            <pc:docMk/>
            <pc:sldMk cId="2222659682" sldId="270"/>
            <ac:spMk id="11" creationId="{490D2569-F2EA-3710-0094-AC3E1B989358}"/>
          </ac:spMkLst>
        </pc:spChg>
        <pc:spChg chg="add mod">
          <ac:chgData name="Nguyễn Văn Duy" userId="24ab697d-436d-49a2-9715-da11706968b4" providerId="ADAL" clId="{41231607-76A8-4E23-9D40-7EC980DC9D11}" dt="2026-03-16T06:24:23.896" v="1146" actId="14100"/>
          <ac:spMkLst>
            <pc:docMk/>
            <pc:sldMk cId="2222659682" sldId="270"/>
            <ac:spMk id="12" creationId="{B3AF06CF-B5A9-E576-AC3B-4DA0C16B1790}"/>
          </ac:spMkLst>
        </pc:spChg>
        <pc:spChg chg="mod">
          <ac:chgData name="Nguyễn Văn Duy" userId="24ab697d-436d-49a2-9715-da11706968b4" providerId="ADAL" clId="{41231607-76A8-4E23-9D40-7EC980DC9D11}" dt="2026-03-16T06:24:32.202" v="1150" actId="14100"/>
          <ac:spMkLst>
            <pc:docMk/>
            <pc:sldMk cId="2222659682" sldId="270"/>
            <ac:spMk id="14" creationId="{DC6E7D3B-46EA-CB04-F0B6-E76A66BB8A36}"/>
          </ac:spMkLst>
        </pc:spChg>
        <pc:spChg chg="add mod">
          <ac:chgData name="Nguyễn Văn Duy" userId="24ab697d-436d-49a2-9715-da11706968b4" providerId="ADAL" clId="{41231607-76A8-4E23-9D40-7EC980DC9D11}" dt="2026-03-16T06:24:39.474" v="1153" actId="14100"/>
          <ac:spMkLst>
            <pc:docMk/>
            <pc:sldMk cId="2222659682" sldId="270"/>
            <ac:spMk id="15" creationId="{23FC79DA-2FA4-78AA-0C2D-CD0CAA00F4F4}"/>
          </ac:spMkLst>
        </pc:spChg>
        <pc:spChg chg="del">
          <ac:chgData name="Nguyễn Văn Duy" userId="24ab697d-436d-49a2-9715-da11706968b4" providerId="ADAL" clId="{41231607-76A8-4E23-9D40-7EC980DC9D11}" dt="2026-03-16T06:19:05.731" v="930" actId="478"/>
          <ac:spMkLst>
            <pc:docMk/>
            <pc:sldMk cId="2222659682" sldId="270"/>
            <ac:spMk id="18" creationId="{3B6B3C00-DC02-94FB-1A01-B424F137FC2F}"/>
          </ac:spMkLst>
        </pc:spChg>
        <pc:spChg chg="add mod">
          <ac:chgData name="Nguyễn Văn Duy" userId="24ab697d-436d-49a2-9715-da11706968b4" providerId="ADAL" clId="{41231607-76A8-4E23-9D40-7EC980DC9D11}" dt="2026-03-16T06:23:19.337" v="1145" actId="1076"/>
          <ac:spMkLst>
            <pc:docMk/>
            <pc:sldMk cId="2222659682" sldId="270"/>
            <ac:spMk id="19" creationId="{ABFA5E68-68CA-3798-55C0-08AF3B0ED58F}"/>
          </ac:spMkLst>
        </pc:spChg>
        <pc:spChg chg="del">
          <ac:chgData name="Nguyễn Văn Duy" userId="24ab697d-436d-49a2-9715-da11706968b4" providerId="ADAL" clId="{41231607-76A8-4E23-9D40-7EC980DC9D11}" dt="2026-03-16T06:19:13.786" v="933" actId="478"/>
          <ac:spMkLst>
            <pc:docMk/>
            <pc:sldMk cId="2222659682" sldId="270"/>
            <ac:spMk id="20" creationId="{B1566174-3CC2-F8E0-EB1A-D87838D907A5}"/>
          </ac:spMkLst>
        </pc:spChg>
        <pc:spChg chg="del">
          <ac:chgData name="Nguyễn Văn Duy" userId="24ab697d-436d-49a2-9715-da11706968b4" providerId="ADAL" clId="{41231607-76A8-4E23-9D40-7EC980DC9D11}" dt="2026-03-16T06:19:06.583" v="931" actId="478"/>
          <ac:spMkLst>
            <pc:docMk/>
            <pc:sldMk cId="2222659682" sldId="270"/>
            <ac:spMk id="22" creationId="{9C04B0F4-56DC-4FC5-6B3A-182089A236B7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24" creationId="{5368D52B-3BFA-9F4E-2687-9E0EA01B8299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26" creationId="{9D47D0E7-85D6-8B6D-C527-33BC66F08E4C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29" creationId="{C6E8F852-2B10-E52D-659F-F92A8369D865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30" creationId="{44A48B22-FF86-2AEE-9404-7E8092384AD3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31" creationId="{EA32D0FD-608A-839D-3796-1BDBF1982141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32" creationId="{0BDB2B49-02B7-8E09-7BB0-3043B53548B4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33" creationId="{1DFC2C86-8AE0-FB38-A320-3663BA2D1684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36" creationId="{36CC4193-AC06-6DB2-4B63-694675EA1283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37" creationId="{43183128-B559-36E4-BE7A-F872ED17F1D9}"/>
          </ac:spMkLst>
        </pc:spChg>
        <pc:spChg chg="del">
          <ac:chgData name="Nguyễn Văn Duy" userId="24ab697d-436d-49a2-9715-da11706968b4" providerId="ADAL" clId="{41231607-76A8-4E23-9D40-7EC980DC9D11}" dt="2026-03-16T06:19:11.488" v="932" actId="478"/>
          <ac:spMkLst>
            <pc:docMk/>
            <pc:sldMk cId="2222659682" sldId="270"/>
            <ac:spMk id="39" creationId="{673D3BCE-660D-DC2B-3F8D-DC44879B96AD}"/>
          </ac:spMkLst>
        </pc:spChg>
        <pc:graphicFrameChg chg="add mod modGraphic">
          <ac:chgData name="Nguyễn Văn Duy" userId="24ab697d-436d-49a2-9715-da11706968b4" providerId="ADAL" clId="{41231607-76A8-4E23-9D40-7EC980DC9D11}" dt="2026-03-16T06:23:15.700" v="1144" actId="1076"/>
          <ac:graphicFrameMkLst>
            <pc:docMk/>
            <pc:sldMk cId="2222659682" sldId="270"/>
            <ac:graphicFrameMk id="17" creationId="{32A5D5ED-F3C6-FB5B-057A-CACF7C3F578E}"/>
          </ac:graphicFrameMkLst>
        </pc:graphicFrameChg>
        <pc:cxnChg chg="mod">
          <ac:chgData name="Nguyễn Văn Duy" userId="24ab697d-436d-49a2-9715-da11706968b4" providerId="ADAL" clId="{41231607-76A8-4E23-9D40-7EC980DC9D11}" dt="2026-03-16T06:19:06.583" v="931" actId="478"/>
          <ac:cxnSpMkLst>
            <pc:docMk/>
            <pc:sldMk cId="2222659682" sldId="270"/>
            <ac:cxnSpMk id="43" creationId="{DF659869-91ED-DB06-8619-2B22A05627ED}"/>
          </ac:cxnSpMkLst>
        </pc:cxnChg>
      </pc:sldChg>
      <pc:sldChg chg="addSp delSp modSp add mod">
        <pc:chgData name="Nguyễn Văn Duy" userId="24ab697d-436d-49a2-9715-da11706968b4" providerId="ADAL" clId="{41231607-76A8-4E23-9D40-7EC980DC9D11}" dt="2026-03-16T06:31:28.348" v="1230" actId="113"/>
        <pc:sldMkLst>
          <pc:docMk/>
          <pc:sldMk cId="1150483062" sldId="271"/>
        </pc:sldMkLst>
        <pc:spChg chg="mod">
          <ac:chgData name="Nguyễn Văn Duy" userId="24ab697d-436d-49a2-9715-da11706968b4" providerId="ADAL" clId="{41231607-76A8-4E23-9D40-7EC980DC9D11}" dt="2026-03-16T06:31:28.348" v="1230" actId="113"/>
          <ac:spMkLst>
            <pc:docMk/>
            <pc:sldMk cId="1150483062" sldId="271"/>
            <ac:spMk id="6" creationId="{EC40B221-6F1E-8D71-ED39-2B1A557D5A50}"/>
          </ac:spMkLst>
        </pc:spChg>
        <pc:spChg chg="del">
          <ac:chgData name="Nguyễn Văn Duy" userId="24ab697d-436d-49a2-9715-da11706968b4" providerId="ADAL" clId="{41231607-76A8-4E23-9D40-7EC980DC9D11}" dt="2026-03-16T06:26:24.837" v="1159" actId="478"/>
          <ac:spMkLst>
            <pc:docMk/>
            <pc:sldMk cId="1150483062" sldId="271"/>
            <ac:spMk id="7" creationId="{9CE67CA2-5BCD-381C-5663-E17D4C09642A}"/>
          </ac:spMkLst>
        </pc:spChg>
        <pc:spChg chg="add mod">
          <ac:chgData name="Nguyễn Văn Duy" userId="24ab697d-436d-49a2-9715-da11706968b4" providerId="ADAL" clId="{41231607-76A8-4E23-9D40-7EC980DC9D11}" dt="2026-03-16T06:27:08.999" v="1169" actId="1076"/>
          <ac:spMkLst>
            <pc:docMk/>
            <pc:sldMk cId="1150483062" sldId="271"/>
            <ac:spMk id="8" creationId="{427C20C7-782C-9672-56BB-FE4A767B241A}"/>
          </ac:spMkLst>
        </pc:spChg>
        <pc:spChg chg="del">
          <ac:chgData name="Nguyễn Văn Duy" userId="24ab697d-436d-49a2-9715-da11706968b4" providerId="ADAL" clId="{41231607-76A8-4E23-9D40-7EC980DC9D11}" dt="2026-03-16T06:26:24.837" v="1159" actId="478"/>
          <ac:spMkLst>
            <pc:docMk/>
            <pc:sldMk cId="1150483062" sldId="271"/>
            <ac:spMk id="9" creationId="{329F6B50-592B-1B92-86C6-ABFA52F86E96}"/>
          </ac:spMkLst>
        </pc:spChg>
        <pc:spChg chg="add mod">
          <ac:chgData name="Nguyễn Văn Duy" userId="24ab697d-436d-49a2-9715-da11706968b4" providerId="ADAL" clId="{41231607-76A8-4E23-9D40-7EC980DC9D11}" dt="2026-03-16T06:27:33.194" v="1174" actId="2711"/>
          <ac:spMkLst>
            <pc:docMk/>
            <pc:sldMk cId="1150483062" sldId="271"/>
            <ac:spMk id="11" creationId="{3D6A2830-ED73-C917-C95C-8F81CBEF7AFC}"/>
          </ac:spMkLst>
        </pc:spChg>
        <pc:spChg chg="del">
          <ac:chgData name="Nguyễn Văn Duy" userId="24ab697d-436d-49a2-9715-da11706968b4" providerId="ADAL" clId="{41231607-76A8-4E23-9D40-7EC980DC9D11}" dt="2026-03-16T06:26:24.837" v="1159" actId="478"/>
          <ac:spMkLst>
            <pc:docMk/>
            <pc:sldMk cId="1150483062" sldId="271"/>
            <ac:spMk id="12" creationId="{19C34ABB-1700-B8A2-5B9B-60B8CB5862B4}"/>
          </ac:spMkLst>
        </pc:spChg>
        <pc:spChg chg="del">
          <ac:chgData name="Nguyễn Văn Duy" userId="24ab697d-436d-49a2-9715-da11706968b4" providerId="ADAL" clId="{41231607-76A8-4E23-9D40-7EC980DC9D11}" dt="2026-03-16T06:26:46.270" v="1164" actId="478"/>
          <ac:spMkLst>
            <pc:docMk/>
            <pc:sldMk cId="1150483062" sldId="271"/>
            <ac:spMk id="14" creationId="{D6A0F4DA-02DD-85E7-EEF2-94B3AD6F1E41}"/>
          </ac:spMkLst>
        </pc:spChg>
        <pc:spChg chg="del">
          <ac:chgData name="Nguyễn Văn Duy" userId="24ab697d-436d-49a2-9715-da11706968b4" providerId="ADAL" clId="{41231607-76A8-4E23-9D40-7EC980DC9D11}" dt="2026-03-16T06:26:24.837" v="1159" actId="478"/>
          <ac:spMkLst>
            <pc:docMk/>
            <pc:sldMk cId="1150483062" sldId="271"/>
            <ac:spMk id="15" creationId="{ECB99797-FEBC-E312-518A-0941A190CFD4}"/>
          </ac:spMkLst>
        </pc:spChg>
        <pc:spChg chg="add mod">
          <ac:chgData name="Nguyễn Văn Duy" userId="24ab697d-436d-49a2-9715-da11706968b4" providerId="ADAL" clId="{41231607-76A8-4E23-9D40-7EC980DC9D11}" dt="2026-03-16T06:27:58.585" v="1184" actId="14100"/>
          <ac:spMkLst>
            <pc:docMk/>
            <pc:sldMk cId="1150483062" sldId="271"/>
            <ac:spMk id="16" creationId="{8BA1F735-3CD2-5159-D39D-813BF9EE59DF}"/>
          </ac:spMkLst>
        </pc:spChg>
        <pc:spChg chg="del">
          <ac:chgData name="Nguyễn Văn Duy" userId="24ab697d-436d-49a2-9715-da11706968b4" providerId="ADAL" clId="{41231607-76A8-4E23-9D40-7EC980DC9D11}" dt="2026-03-16T06:26:24.837" v="1159" actId="478"/>
          <ac:spMkLst>
            <pc:docMk/>
            <pc:sldMk cId="1150483062" sldId="271"/>
            <ac:spMk id="19" creationId="{6AC4B2BC-C079-2B44-0EB9-5FF6B19EAB72}"/>
          </ac:spMkLst>
        </pc:spChg>
        <pc:spChg chg="add mod">
          <ac:chgData name="Nguyễn Văn Duy" userId="24ab697d-436d-49a2-9715-da11706968b4" providerId="ADAL" clId="{41231607-76A8-4E23-9D40-7EC980DC9D11}" dt="2026-03-16T06:30:25.375" v="1215" actId="113"/>
          <ac:spMkLst>
            <pc:docMk/>
            <pc:sldMk cId="1150483062" sldId="271"/>
            <ac:spMk id="22" creationId="{BC900C48-788B-C2E6-016A-0056AF90158A}"/>
          </ac:spMkLst>
        </pc:spChg>
        <pc:graphicFrameChg chg="del modGraphic">
          <ac:chgData name="Nguyễn Văn Duy" userId="24ab697d-436d-49a2-9715-da11706968b4" providerId="ADAL" clId="{41231607-76A8-4E23-9D40-7EC980DC9D11}" dt="2026-03-16T06:26:35.517" v="1161" actId="478"/>
          <ac:graphicFrameMkLst>
            <pc:docMk/>
            <pc:sldMk cId="1150483062" sldId="271"/>
            <ac:graphicFrameMk id="17" creationId="{2C19E7C6-E274-EC07-A9B6-35418EE3F979}"/>
          </ac:graphicFrameMkLst>
        </pc:graphicFrameChg>
        <pc:graphicFrameChg chg="add del mod">
          <ac:chgData name="Nguyễn Văn Duy" userId="24ab697d-436d-49a2-9715-da11706968b4" providerId="ADAL" clId="{41231607-76A8-4E23-9D40-7EC980DC9D11}" dt="2026-03-16T06:29:59.051" v="1190" actId="478"/>
          <ac:graphicFrameMkLst>
            <pc:docMk/>
            <pc:sldMk cId="1150483062" sldId="271"/>
            <ac:graphicFrameMk id="18" creationId="{E1154B40-E52F-8E37-F0D5-42D509684DA4}"/>
          </ac:graphicFrameMkLst>
        </pc:graphicFrameChg>
        <pc:graphicFrameChg chg="add del mod modGraphic">
          <ac:chgData name="Nguyễn Văn Duy" userId="24ab697d-436d-49a2-9715-da11706968b4" providerId="ADAL" clId="{41231607-76A8-4E23-9D40-7EC980DC9D11}" dt="2026-03-16T06:30:16.113" v="1211" actId="478"/>
          <ac:graphicFrameMkLst>
            <pc:docMk/>
            <pc:sldMk cId="1150483062" sldId="271"/>
            <ac:graphicFrameMk id="20" creationId="{3341F328-659F-AC83-50B2-13AF0AAB36C1}"/>
          </ac:graphicFrameMkLst>
        </pc:graphicFrameChg>
      </pc:sldChg>
      <pc:sldChg chg="addSp delSp modSp add mod">
        <pc:chgData name="Nguyễn Văn Duy" userId="24ab697d-436d-49a2-9715-da11706968b4" providerId="ADAL" clId="{41231607-76A8-4E23-9D40-7EC980DC9D11}" dt="2026-03-17T01:45:01.105" v="1272" actId="1076"/>
        <pc:sldMkLst>
          <pc:docMk/>
          <pc:sldMk cId="474667252" sldId="272"/>
        </pc:sldMkLst>
        <pc:spChg chg="del">
          <ac:chgData name="Nguyễn Văn Duy" userId="24ab697d-436d-49a2-9715-da11706968b4" providerId="ADAL" clId="{41231607-76A8-4E23-9D40-7EC980DC9D11}" dt="2026-03-17T01:43:43.005" v="1232" actId="478"/>
          <ac:spMkLst>
            <pc:docMk/>
            <pc:sldMk cId="474667252" sldId="272"/>
            <ac:spMk id="2" creationId="{58212375-2D18-B6E4-5090-316AA7053DCF}"/>
          </ac:spMkLst>
        </pc:spChg>
        <pc:spChg chg="del">
          <ac:chgData name="Nguyễn Văn Duy" userId="24ab697d-436d-49a2-9715-da11706968b4" providerId="ADAL" clId="{41231607-76A8-4E23-9D40-7EC980DC9D11}" dt="2026-03-17T01:43:43.005" v="1232" actId="478"/>
          <ac:spMkLst>
            <pc:docMk/>
            <pc:sldMk cId="474667252" sldId="272"/>
            <ac:spMk id="6" creationId="{82D254A4-6538-D7EF-3A5E-1D7D1CEC60CF}"/>
          </ac:spMkLst>
        </pc:spChg>
        <pc:spChg chg="del">
          <ac:chgData name="Nguyễn Văn Duy" userId="24ab697d-436d-49a2-9715-da11706968b4" providerId="ADAL" clId="{41231607-76A8-4E23-9D40-7EC980DC9D11}" dt="2026-03-17T01:43:43.005" v="1232" actId="478"/>
          <ac:spMkLst>
            <pc:docMk/>
            <pc:sldMk cId="474667252" sldId="272"/>
            <ac:spMk id="8" creationId="{0D407990-55BA-5654-2DC1-D1935689D973}"/>
          </ac:spMkLst>
        </pc:spChg>
        <pc:spChg chg="add mod">
          <ac:chgData name="Nguyễn Văn Duy" userId="24ab697d-436d-49a2-9715-da11706968b4" providerId="ADAL" clId="{41231607-76A8-4E23-9D40-7EC980DC9D11}" dt="2026-03-17T01:44:56.417" v="1270" actId="122"/>
          <ac:spMkLst>
            <pc:docMk/>
            <pc:sldMk cId="474667252" sldId="272"/>
            <ac:spMk id="10" creationId="{CBD5C879-00BF-A024-CC58-77C0E50F3589}"/>
          </ac:spMkLst>
        </pc:spChg>
        <pc:spChg chg="del">
          <ac:chgData name="Nguyễn Văn Duy" userId="24ab697d-436d-49a2-9715-da11706968b4" providerId="ADAL" clId="{41231607-76A8-4E23-9D40-7EC980DC9D11}" dt="2026-03-17T01:43:43.005" v="1232" actId="478"/>
          <ac:spMkLst>
            <pc:docMk/>
            <pc:sldMk cId="474667252" sldId="272"/>
            <ac:spMk id="11" creationId="{2BF50D3C-C726-3BEA-DA95-80390B289AAD}"/>
          </ac:spMkLst>
        </pc:spChg>
        <pc:spChg chg="del">
          <ac:chgData name="Nguyễn Văn Duy" userId="24ab697d-436d-49a2-9715-da11706968b4" providerId="ADAL" clId="{41231607-76A8-4E23-9D40-7EC980DC9D11}" dt="2026-03-17T01:43:43.005" v="1232" actId="478"/>
          <ac:spMkLst>
            <pc:docMk/>
            <pc:sldMk cId="474667252" sldId="272"/>
            <ac:spMk id="16" creationId="{D6E63D61-3D86-A1F5-B748-C14981D24AF9}"/>
          </ac:spMkLst>
        </pc:spChg>
        <pc:spChg chg="del">
          <ac:chgData name="Nguyễn Văn Duy" userId="24ab697d-436d-49a2-9715-da11706968b4" providerId="ADAL" clId="{41231607-76A8-4E23-9D40-7EC980DC9D11}" dt="2026-03-17T01:43:43.005" v="1232" actId="478"/>
          <ac:spMkLst>
            <pc:docMk/>
            <pc:sldMk cId="474667252" sldId="272"/>
            <ac:spMk id="22" creationId="{1188EF4B-F0E1-16C3-D9B6-AF01833F4E07}"/>
          </ac:spMkLst>
        </pc:spChg>
        <pc:picChg chg="add mod">
          <ac:chgData name="Nguyễn Văn Duy" userId="24ab697d-436d-49a2-9715-da11706968b4" providerId="ADAL" clId="{41231607-76A8-4E23-9D40-7EC980DC9D11}" dt="2026-03-17T01:44:49.315" v="1245" actId="1076"/>
          <ac:picMkLst>
            <pc:docMk/>
            <pc:sldMk cId="474667252" sldId="272"/>
            <ac:picMk id="5" creationId="{6E7DB873-9CF5-7916-7788-CE59C3DBB0F4}"/>
          </ac:picMkLst>
        </pc:picChg>
        <pc:picChg chg="add mod">
          <ac:chgData name="Nguyễn Văn Duy" userId="24ab697d-436d-49a2-9715-da11706968b4" providerId="ADAL" clId="{41231607-76A8-4E23-9D40-7EC980DC9D11}" dt="2026-03-17T01:44:08.985" v="1237" actId="14100"/>
          <ac:picMkLst>
            <pc:docMk/>
            <pc:sldMk cId="474667252" sldId="272"/>
            <ac:picMk id="7" creationId="{62901B8C-0553-DD88-A728-D89A5200E30C}"/>
          </ac:picMkLst>
        </pc:picChg>
        <pc:picChg chg="add mod">
          <ac:chgData name="Nguyễn Văn Duy" userId="24ab697d-436d-49a2-9715-da11706968b4" providerId="ADAL" clId="{41231607-76A8-4E23-9D40-7EC980DC9D11}" dt="2026-03-17T01:45:01.105" v="1272" actId="1076"/>
          <ac:picMkLst>
            <pc:docMk/>
            <pc:sldMk cId="474667252" sldId="272"/>
            <ac:picMk id="9" creationId="{AC1BF965-EFB0-1EA3-9477-077CE90C5824}"/>
          </ac:picMkLst>
        </pc:picChg>
      </pc:sldChg>
      <pc:sldChg chg="addSp delSp modSp add mod">
        <pc:chgData name="Nguyễn Văn Duy" userId="24ab697d-436d-49a2-9715-da11706968b4" providerId="ADAL" clId="{41231607-76A8-4E23-9D40-7EC980DC9D11}" dt="2026-03-17T01:45:23.879" v="1274" actId="1076"/>
        <pc:sldMkLst>
          <pc:docMk/>
          <pc:sldMk cId="1191652682" sldId="273"/>
        </pc:sldMkLst>
        <pc:picChg chg="add mod">
          <ac:chgData name="Nguyễn Văn Duy" userId="24ab697d-436d-49a2-9715-da11706968b4" providerId="ADAL" clId="{41231607-76A8-4E23-9D40-7EC980DC9D11}" dt="2026-03-17T01:45:23.879" v="1274" actId="1076"/>
          <ac:picMkLst>
            <pc:docMk/>
            <pc:sldMk cId="1191652682" sldId="273"/>
            <ac:picMk id="2" creationId="{63DC08D9-3C0B-71E2-202F-59AAEA4BB5E9}"/>
          </ac:picMkLst>
        </pc:picChg>
        <pc:picChg chg="del">
          <ac:chgData name="Nguyễn Văn Duy" userId="24ab697d-436d-49a2-9715-da11706968b4" providerId="ADAL" clId="{41231607-76A8-4E23-9D40-7EC980DC9D11}" dt="2026-03-17T01:44:14.409" v="1240" actId="478"/>
          <ac:picMkLst>
            <pc:docMk/>
            <pc:sldMk cId="1191652682" sldId="273"/>
            <ac:picMk id="5" creationId="{84747C29-6E2E-C206-5882-09134B12FDA6}"/>
          </ac:picMkLst>
        </pc:picChg>
        <pc:picChg chg="del">
          <ac:chgData name="Nguyễn Văn Duy" userId="24ab697d-436d-49a2-9715-da11706968b4" providerId="ADAL" clId="{41231607-76A8-4E23-9D40-7EC980DC9D11}" dt="2026-03-17T01:44:13.910" v="1239" actId="478"/>
          <ac:picMkLst>
            <pc:docMk/>
            <pc:sldMk cId="1191652682" sldId="273"/>
            <ac:picMk id="7" creationId="{AB7B2F72-DD7B-DD36-9D87-BD5245E356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4B1E-642E-C76B-D163-D63270EC3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0C223-A404-2753-609A-4A172D28B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A23D5-5780-4797-3EDF-0259E413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DDFEB-5EDE-92B3-5F53-BF50AF35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C5620-46A1-2E3F-BF94-9EE80275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6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0B5B-4E61-2E79-D63F-B0C57268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4FE63-BEA4-94E4-038D-FA421350F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355F0-4620-F684-CBEB-D1C3C2D5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6A5DE-FA4C-693C-710C-9E496E70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B8045-B174-80CB-FE76-7DB423C2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5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6F63-A60B-C7C3-5213-26C41340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732E8-8E8F-5E18-648C-7DCFAC5FB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F7657-3FC0-11B6-B732-59499082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27419-128B-5CBD-361C-526D4422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BB952-D222-5969-A254-4C622DAD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2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8AA9-08A2-A77C-C9F9-818FBB3E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D04EE-8AE5-E11F-A828-3E653C3DB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AAE76-67A0-3FD7-521A-E98EF54F3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F5C12-00C0-CF74-A264-ACA73C7C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B8AEA-53B2-F156-8F2A-5D6B6790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AF05C-75AD-ECC2-80D2-8419ACCB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9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3153-F6FD-D18B-3BD4-09AE05D3C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7577C-EE87-A4B2-30F5-1654C796E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5528E-8756-F964-D4F1-FA876CE42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17C57-D198-1A23-8454-4B15485C9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543BB-3D59-50AD-9DF0-7947AE16E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1A95C-1239-A293-92CF-B6927460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9B81A-D2FD-2C39-6157-C9725B5B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55FA5-F884-0993-99AF-D01AF8EC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2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E3D6-A862-0ED0-BEFA-71FB2172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81357-825C-3E7E-E552-1052C44E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D87EB-1F57-4721-F4FF-26985EFD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486DE-3EBB-1150-82F8-B7276E06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2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B9DE5-7DF3-902A-DFBC-F51B5B74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C3ED0-C1D8-20A2-73D9-16C58F28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340C5-FE06-8AC6-EA5A-470456B9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7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5FF7-B091-084A-D3C5-27A3AFC4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DA9F-3CEB-C8F6-35C1-36D712D31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08637-D970-FB13-044C-034357199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E723B-4955-A7C4-4DA6-9C43F8B2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8D557-E203-DB72-8CC7-20F0D6ED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A3D62-B235-2E88-5FEF-D3C2C0C7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2477-8275-FD82-D4FE-4D502F5F5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84E7A-AE74-C8A1-5891-AE61F5FC8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184E-5864-8786-A1C2-09710A4A5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8BD3E-2192-C943-D00F-D0175458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0F2BF-ADF5-FA4B-2BEE-36BBDACF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DAB25-ECF5-D122-A3EA-7FD2100E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0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9341-D78F-C89A-11F8-1C5306C5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E0720-7DC5-B08B-CFD8-673549622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E81A0-EA98-F084-F7FB-D62B58DA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C3F75-A135-54D9-0864-0F34FCE2B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7150-1CBD-CBCF-1917-EE128296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1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F0253-28C1-4F7C-1C4D-9CA3B64C6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068A6-416E-6915-A2F1-ABC45B222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8DF7-15B9-1824-D7E8-E88BA4BA4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F082C-312D-BD31-5884-9171C97D8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054AE-F2CC-F406-9FA0-0614C1ED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0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CFBF83-498C-757E-602B-785D7CE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DD1E-92D5-BF29-62F0-59CF748A4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0A7B4-6447-BA5A-937D-08F6770E8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ABB83-727A-4C79-8C1D-60AE1ECC38B5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7638-320E-2EC8-7E4A-E49061F06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56C26-C957-43AF-92DF-83144C560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206AF-AABA-479F-84FF-619746B6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9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1285" y="372512"/>
            <a:ext cx="1030942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>
                <a:latin typeface="+mn-lt"/>
                <a:cs typeface="Times New Roman"/>
              </a:rPr>
              <a:t>Bài</a:t>
            </a:r>
            <a:r>
              <a:rPr spc="-150">
                <a:latin typeface="+mn-lt"/>
                <a:cs typeface="Times New Roman"/>
              </a:rPr>
              <a:t> </a:t>
            </a:r>
            <a:r>
              <a:rPr err="1">
                <a:latin typeface="+mn-lt"/>
                <a:cs typeface="Times New Roman"/>
              </a:rPr>
              <a:t>giảng</a:t>
            </a:r>
            <a:r>
              <a:rPr spc="-130">
                <a:latin typeface="+mn-lt"/>
                <a:cs typeface="Times New Roman"/>
              </a:rPr>
              <a:t> </a:t>
            </a:r>
            <a:r>
              <a:rPr err="1">
                <a:latin typeface="+mn-lt"/>
                <a:cs typeface="Times New Roman"/>
              </a:rPr>
              <a:t>môn</a:t>
            </a:r>
            <a:r>
              <a:rPr lang="en-US" spc="-125">
                <a:latin typeface="+mn-lt"/>
                <a:cs typeface="Times New Roman"/>
              </a:rPr>
              <a:t>: </a:t>
            </a:r>
            <a:r>
              <a:rPr lang="en-US" spc="-125" err="1">
                <a:latin typeface="+mn-lt"/>
                <a:cs typeface="Times New Roman"/>
              </a:rPr>
              <a:t>Ứng</a:t>
            </a:r>
            <a:r>
              <a:rPr lang="en-US" spc="-125">
                <a:latin typeface="+mn-lt"/>
                <a:cs typeface="Times New Roman"/>
              </a:rPr>
              <a:t> </a:t>
            </a:r>
            <a:r>
              <a:rPr lang="en-US" spc="-125" err="1">
                <a:latin typeface="+mn-lt"/>
                <a:cs typeface="Times New Roman"/>
              </a:rPr>
              <a:t>dụng</a:t>
            </a:r>
            <a:r>
              <a:rPr lang="en-US" spc="-125">
                <a:latin typeface="+mn-lt"/>
                <a:cs typeface="Times New Roman"/>
              </a:rPr>
              <a:t> ML </a:t>
            </a:r>
            <a:r>
              <a:rPr lang="en-US" spc="-125" err="1">
                <a:latin typeface="+mn-lt"/>
                <a:cs typeface="Times New Roman"/>
              </a:rPr>
              <a:t>trong</a:t>
            </a:r>
            <a:r>
              <a:rPr lang="en-US" spc="-125">
                <a:latin typeface="+mn-lt"/>
                <a:cs typeface="Times New Roman"/>
              </a:rPr>
              <a:t> </a:t>
            </a:r>
            <a:r>
              <a:rPr lang="en-US" spc="-125" err="1">
                <a:latin typeface="+mn-lt"/>
                <a:cs typeface="Times New Roman"/>
              </a:rPr>
              <a:t>thiết</a:t>
            </a:r>
            <a:r>
              <a:rPr lang="en-US" spc="-125">
                <a:latin typeface="+mn-lt"/>
                <a:cs typeface="Times New Roman"/>
              </a:rPr>
              <a:t> </a:t>
            </a:r>
            <a:r>
              <a:rPr lang="en-US" spc="-125" err="1">
                <a:latin typeface="+mn-lt"/>
                <a:cs typeface="Times New Roman"/>
              </a:rPr>
              <a:t>kế</a:t>
            </a:r>
            <a:endParaRPr spc="-10">
              <a:latin typeface="+mn-lt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2042" y="1439968"/>
            <a:ext cx="812791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err="1">
                <a:latin typeface="Calibri"/>
                <a:cs typeface="Calibri"/>
              </a:rPr>
              <a:t>Buổi</a:t>
            </a:r>
            <a:r>
              <a:rPr sz="4400" spc="-70">
                <a:latin typeface="Calibri"/>
                <a:cs typeface="Calibri"/>
              </a:rPr>
              <a:t> </a:t>
            </a:r>
            <a:r>
              <a:rPr lang="en-US" sz="4400">
                <a:latin typeface="Calibri"/>
                <a:cs typeface="Calibri"/>
              </a:rPr>
              <a:t>3</a:t>
            </a:r>
            <a:r>
              <a:rPr sz="4400">
                <a:latin typeface="Calibri"/>
                <a:cs typeface="Calibri"/>
              </a:rPr>
              <a:t>:</a:t>
            </a:r>
            <a:r>
              <a:rPr sz="4400" spc="-5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Bài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toán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phân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loại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và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phép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đo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chất</a:t>
            </a:r>
            <a:r>
              <a:rPr lang="en-US" sz="4400">
                <a:latin typeface="Calibri"/>
                <a:cs typeface="Calibri"/>
              </a:rPr>
              <a:t> </a:t>
            </a:r>
            <a:r>
              <a:rPr lang="en-US" sz="4400" err="1">
                <a:latin typeface="Calibri"/>
                <a:cs typeface="Calibri"/>
              </a:rPr>
              <a:t>lượng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2244" y="3436886"/>
            <a:ext cx="3810889" cy="12323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4876" y="3429000"/>
            <a:ext cx="1393189" cy="13475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43453" y="5418032"/>
            <a:ext cx="444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cs typeface="Arial"/>
              </a:rPr>
              <a:t>Innovative</a:t>
            </a:r>
            <a:r>
              <a:rPr sz="2400" spc="-80">
                <a:solidFill>
                  <a:srgbClr val="FF0000"/>
                </a:solidFill>
                <a:cs typeface="Arial"/>
              </a:rPr>
              <a:t> </a:t>
            </a:r>
            <a:r>
              <a:rPr sz="2400">
                <a:solidFill>
                  <a:srgbClr val="FF0000"/>
                </a:solidFill>
                <a:cs typeface="Arial"/>
              </a:rPr>
              <a:t>thinking</a:t>
            </a:r>
            <a:r>
              <a:rPr sz="2400" spc="-60">
                <a:solidFill>
                  <a:srgbClr val="FF0000"/>
                </a:solidFill>
                <a:cs typeface="Arial"/>
              </a:rPr>
              <a:t> </a:t>
            </a:r>
            <a:r>
              <a:rPr sz="2400">
                <a:solidFill>
                  <a:srgbClr val="FF0000"/>
                </a:solidFill>
                <a:cs typeface="Arial"/>
              </a:rPr>
              <a:t>for</a:t>
            </a:r>
            <a:r>
              <a:rPr sz="2400" spc="-95">
                <a:solidFill>
                  <a:srgbClr val="FF0000"/>
                </a:solidFill>
                <a:cs typeface="Arial"/>
              </a:rPr>
              <a:t> </a:t>
            </a:r>
            <a:r>
              <a:rPr sz="2400">
                <a:solidFill>
                  <a:srgbClr val="FF0000"/>
                </a:solidFill>
                <a:cs typeface="Arial"/>
              </a:rPr>
              <a:t>the</a:t>
            </a:r>
            <a:r>
              <a:rPr sz="2400" spc="-80">
                <a:solidFill>
                  <a:srgbClr val="FF0000"/>
                </a:solidFill>
                <a:cs typeface="Arial"/>
              </a:rPr>
              <a:t> </a:t>
            </a:r>
            <a:r>
              <a:rPr sz="2400" spc="-10">
                <a:solidFill>
                  <a:srgbClr val="FF0000"/>
                </a:solidFill>
                <a:cs typeface="Arial"/>
              </a:rPr>
              <a:t>future.</a:t>
            </a:r>
            <a:endParaRPr sz="2400"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070335" y="6453327"/>
            <a:ext cx="38188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7465">
              <a:lnSpc>
                <a:spcPts val="1240"/>
              </a:lnSpc>
            </a:pPr>
            <a:fld id="{81D60167-4931-47E6-BA6A-407CBD079E47}" type="slidenum">
              <a:rPr lang="en-US" spc="-25" smtClean="0"/>
              <a:pPr marL="37465">
                <a:lnSpc>
                  <a:spcPts val="1240"/>
                </a:lnSpc>
              </a:pPr>
              <a:t>1</a:t>
            </a:fld>
            <a:endParaRPr spc="-2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A035C-84B7-B5E5-DEDF-298F7B54F801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/>
              <a:t>1. </a:t>
            </a:r>
            <a:r>
              <a:rPr lang="en-US" sz="2000" b="1" err="1"/>
              <a:t>Bài</a:t>
            </a:r>
            <a:r>
              <a:rPr lang="en-US" sz="2000" b="1"/>
              <a:t> </a:t>
            </a:r>
            <a:r>
              <a:rPr lang="en-US" sz="2000" b="1" err="1"/>
              <a:t>toán</a:t>
            </a:r>
            <a:r>
              <a:rPr lang="en-US" sz="2000" b="1"/>
              <a:t> </a:t>
            </a:r>
            <a:r>
              <a:rPr lang="en-US" sz="2000" b="1" err="1"/>
              <a:t>phân</a:t>
            </a:r>
            <a:r>
              <a:rPr lang="en-US" sz="2000" b="1"/>
              <a:t> </a:t>
            </a:r>
            <a:r>
              <a:rPr lang="en-US" sz="2000" b="1" err="1"/>
              <a:t>loại</a:t>
            </a:r>
            <a:endParaRPr lang="en-US" sz="2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DF4ADE-414C-6DED-256A-17AF0C75D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8CA9D9-FF5A-6EAE-635A-EE3686411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A2AAAD-5765-4AB7-D571-9CE789510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409413"/>
              </p:ext>
            </p:extLst>
          </p:nvPr>
        </p:nvGraphicFramePr>
        <p:xfrm>
          <a:off x="1573419" y="1932598"/>
          <a:ext cx="9222260" cy="2327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1130">
                  <a:extLst>
                    <a:ext uri="{9D8B030D-6E8A-4147-A177-3AD203B41FA5}">
                      <a16:colId xmlns:a16="http://schemas.microsoft.com/office/drawing/2014/main" val="2810058998"/>
                    </a:ext>
                  </a:extLst>
                </a:gridCol>
                <a:gridCol w="4611130">
                  <a:extLst>
                    <a:ext uri="{9D8B030D-6E8A-4147-A177-3AD203B41FA5}">
                      <a16:colId xmlns:a16="http://schemas.microsoft.com/office/drawing/2014/main" val="110597115"/>
                    </a:ext>
                  </a:extLst>
                </a:gridCol>
              </a:tblGrid>
              <a:tr h="375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none" strike="noStrike" cap="none">
                          <a:solidFill>
                            <a:schemeClr val="tx1"/>
                          </a:solidFill>
                          <a:latin typeface="+mn-lt"/>
                          <a:sym typeface="Merriweather"/>
                        </a:rPr>
                        <a:t>Học </a:t>
                      </a:r>
                      <a:r>
                        <a:rPr lang="en-US" b="1" u="none" strike="noStrike" cap="none" err="1">
                          <a:solidFill>
                            <a:schemeClr val="tx1"/>
                          </a:solidFill>
                          <a:latin typeface="+mn-lt"/>
                          <a:sym typeface="Merriweather"/>
                        </a:rPr>
                        <a:t>có</a:t>
                      </a:r>
                      <a:r>
                        <a:rPr lang="en-US" b="1" u="none" strike="noStrike" cap="none">
                          <a:solidFill>
                            <a:schemeClr val="tx1"/>
                          </a:solidFill>
                          <a:latin typeface="+mn-lt"/>
                          <a:sym typeface="Merriweather"/>
                        </a:rPr>
                        <a:t> </a:t>
                      </a:r>
                      <a:r>
                        <a:rPr lang="en-US" b="1" u="none" strike="noStrike" cap="none" err="1">
                          <a:solidFill>
                            <a:schemeClr val="tx1"/>
                          </a:solidFill>
                          <a:latin typeface="+mn-lt"/>
                          <a:sym typeface="Merriweather"/>
                        </a:rPr>
                        <a:t>giám</a:t>
                      </a:r>
                      <a:r>
                        <a:rPr lang="en-US" b="1" u="none" strike="noStrike" cap="none">
                          <a:solidFill>
                            <a:schemeClr val="tx1"/>
                          </a:solidFill>
                          <a:latin typeface="+mn-lt"/>
                          <a:sym typeface="Merriweather"/>
                        </a:rPr>
                        <a:t> </a:t>
                      </a:r>
                      <a:r>
                        <a:rPr lang="en-US" b="1" u="none" strike="noStrike" cap="none" err="1">
                          <a:solidFill>
                            <a:schemeClr val="tx1"/>
                          </a:solidFill>
                          <a:latin typeface="+mn-lt"/>
                          <a:sym typeface="Merriweather"/>
                        </a:rPr>
                        <a:t>sát</a:t>
                      </a:r>
                      <a:r>
                        <a:rPr lang="en-US" b="1" u="none" strike="noStrike" cap="none">
                          <a:solidFill>
                            <a:schemeClr val="tx1"/>
                          </a:solidFill>
                          <a:latin typeface="+mn-lt"/>
                          <a:sym typeface="Merriweather"/>
                        </a:rPr>
                        <a:t> (Supervised)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erriweather"/>
                          <a:cs typeface="Calibri" panose="020F0502020204030204" pitchFamily="34" charset="0"/>
                          <a:sym typeface="Merriweather"/>
                        </a:rPr>
                        <a:t>Học </a:t>
                      </a:r>
                      <a:r>
                        <a:rPr lang="en-US" sz="1800" b="1" i="0" u="none" strike="noStrike" cap="none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erriweather"/>
                          <a:cs typeface="Calibri" panose="020F0502020204030204" pitchFamily="34" charset="0"/>
                          <a:sym typeface="Merriweather"/>
                        </a:rPr>
                        <a:t>không</a:t>
                      </a: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erriweather"/>
                          <a:cs typeface="Calibri" panose="020F0502020204030204" pitchFamily="34" charset="0"/>
                          <a:sym typeface="Merriweather"/>
                        </a:rPr>
                        <a:t> </a:t>
                      </a:r>
                      <a:r>
                        <a:rPr lang="en-US" sz="1800" b="1" i="0" u="none" strike="noStrike" cap="none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erriweather"/>
                          <a:cs typeface="Calibri" panose="020F0502020204030204" pitchFamily="34" charset="0"/>
                          <a:sym typeface="Merriweather"/>
                        </a:rPr>
                        <a:t>giám</a:t>
                      </a: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erriweather"/>
                          <a:cs typeface="Calibri" panose="020F0502020204030204" pitchFamily="34" charset="0"/>
                          <a:sym typeface="Merriweather"/>
                        </a:rPr>
                        <a:t> </a:t>
                      </a:r>
                      <a:r>
                        <a:rPr lang="en-US" sz="1800" b="1" i="0" u="none" strike="noStrike" cap="none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erriweather"/>
                          <a:cs typeface="Calibri" panose="020F0502020204030204" pitchFamily="34" charset="0"/>
                          <a:sym typeface="Merriweather"/>
                        </a:rPr>
                        <a:t>sát</a:t>
                      </a: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erriweather"/>
                          <a:cs typeface="Calibri" panose="020F0502020204030204" pitchFamily="34" charset="0"/>
                          <a:sym typeface="Merriweather"/>
                        </a:rPr>
                        <a:t> (Unsupervised)</a:t>
                      </a:r>
                      <a:endParaRPr 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8832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b="1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Regression (Hồi quy):</a:t>
                      </a:r>
                      <a:r>
                        <a:rPr lang="vi-VN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 Dự báo một giá trị số liên tục. VD: Dự báo giá nhà, nhiệt độ, mức lương</a:t>
                      </a:r>
                      <a:r>
                        <a:rPr lang="vi-VN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vi-VN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Clustering (Phân cụm):</a:t>
                      </a:r>
                      <a:r>
                        <a:rPr lang="vi-VN" sz="18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 Gom nhóm các dữ liệu có đặc tính tương đồng nhau.</a:t>
                      </a:r>
                      <a:endParaRPr lang="vi-VN" sz="18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535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Classification(</a:t>
                      </a:r>
                      <a:r>
                        <a:rPr lang="en-US" sz="1800" b="1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loại</a:t>
                      </a:r>
                      <a:r>
                        <a:rPr lang="en-US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báo</a:t>
                      </a:r>
                      <a:r>
                        <a:rPr lang="vi-VN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nhãn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danh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mục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rời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rạc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VD: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loại</a:t>
                      </a:r>
                      <a:r>
                        <a:rPr lang="vi-VN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email,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chẩn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đoán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bệnh</a:t>
                      </a: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vi-VN" b="0" i="0" u="none" strike="noStrike" cap="none">
                        <a:solidFill>
                          <a:schemeClr val="tx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Dimensionality Reduction:</a:t>
                      </a:r>
                      <a:r>
                        <a:rPr lang="vi-VN" sz="18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 Trích xuất đặc trưng chính, giảm số chiều dữ liệu để tăng tốc độ tính toán.</a:t>
                      </a:r>
                      <a:endParaRPr lang="vi-VN" sz="18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2700198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EED27C18-2C9B-A796-8642-6F6624400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147" y="4260127"/>
            <a:ext cx="3619917" cy="2027154"/>
          </a:xfrm>
          <a:prstGeom prst="rect">
            <a:avLst/>
          </a:prstGeom>
        </p:spPr>
      </p:pic>
      <p:pic>
        <p:nvPicPr>
          <p:cNvPr id="1046" name="Picture 22" descr="Supervised Machine Learning: A Beginner's Guide | by Dhara Solanki | Medium">
            <a:extLst>
              <a:ext uri="{FF2B5EF4-FFF2-40B4-BE49-F238E27FC236}">
                <a16:creationId xmlns:a16="http://schemas.microsoft.com/office/drawing/2014/main" id="{0743FD23-8F0E-3646-1C94-39D97A22B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29"/>
          <a:stretch>
            <a:fillRect/>
          </a:stretch>
        </p:blipFill>
        <p:spPr bwMode="auto">
          <a:xfrm>
            <a:off x="1610754" y="4260127"/>
            <a:ext cx="4257228" cy="202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70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040E-28D5-CAF1-1FC4-2D26FBAB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D1817-1198-B654-4523-CB20CCC65832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/>
              <a:t>1. </a:t>
            </a:r>
            <a:r>
              <a:rPr lang="en-US" sz="2000" b="1" err="1"/>
              <a:t>Bài</a:t>
            </a:r>
            <a:r>
              <a:rPr lang="en-US" sz="2000" b="1"/>
              <a:t> </a:t>
            </a:r>
            <a:r>
              <a:rPr lang="en-US" sz="2000" b="1" err="1"/>
              <a:t>toán</a:t>
            </a:r>
            <a:r>
              <a:rPr lang="en-US" sz="2000" b="1"/>
              <a:t> </a:t>
            </a:r>
            <a:r>
              <a:rPr lang="en-US" sz="2000" b="1" err="1"/>
              <a:t>phân</a:t>
            </a:r>
            <a:r>
              <a:rPr lang="en-US" sz="2000" b="1"/>
              <a:t> </a:t>
            </a:r>
            <a:r>
              <a:rPr lang="en-US" sz="2000" b="1" err="1"/>
              <a:t>loại</a:t>
            </a:r>
            <a:endParaRPr lang="en-US" sz="2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846B21-78C0-7447-D833-B82B4B9A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1CB368-7160-23E2-A695-A3BFC025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9985C8-0406-91F3-2660-AE8AD5E3B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5980"/>
              </p:ext>
            </p:extLst>
          </p:nvPr>
        </p:nvGraphicFramePr>
        <p:xfrm>
          <a:off x="614027" y="2125790"/>
          <a:ext cx="6105434" cy="381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35851">
                  <a:extLst>
                    <a:ext uri="{9D8B030D-6E8A-4147-A177-3AD203B41FA5}">
                      <a16:colId xmlns:a16="http://schemas.microsoft.com/office/drawing/2014/main" val="491785949"/>
                    </a:ext>
                  </a:extLst>
                </a:gridCol>
                <a:gridCol w="2300748">
                  <a:extLst>
                    <a:ext uri="{9D8B030D-6E8A-4147-A177-3AD203B41FA5}">
                      <a16:colId xmlns:a16="http://schemas.microsoft.com/office/drawing/2014/main" val="3294259728"/>
                    </a:ext>
                  </a:extLst>
                </a:gridCol>
                <a:gridCol w="2368835">
                  <a:extLst>
                    <a:ext uri="{9D8B030D-6E8A-4147-A177-3AD203B41FA5}">
                      <a16:colId xmlns:a16="http://schemas.microsoft.com/office/drawing/2014/main" val="333456926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Đặc điểm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Regression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Classification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65648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Mục tiêu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vi-VN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Dự đoán Số lượng</a:t>
                      </a:r>
                      <a:r>
                        <a:rPr lang="vi-VN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vi-VN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Dự đoán Danh mục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2016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Đầu ra (y)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Giá trị liên tục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 err="1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Nhãn</a:t>
                      </a: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u="none" strike="noStrike" err="1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rời</a:t>
                      </a: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u="none" strike="noStrike" err="1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rạc</a:t>
                      </a: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(0, 1, 2...)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36586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Ranh giới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vi-VN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Đường xu hướng khớp nhất</a:t>
                      </a:r>
                      <a:r>
                        <a:rPr lang="vi-VN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vi-VN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vi-VN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Đường phân tách (Boundary)</a:t>
                      </a:r>
                      <a:r>
                        <a:rPr lang="vi-VN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vi-VN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1429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Đánh giá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MSE, MAE, R²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Accuracy, F1, ROC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6529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7950EC1-6592-90A2-CDA3-077253BE80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40" t="10233" r="17813" b="8688"/>
          <a:stretch>
            <a:fillRect/>
          </a:stretch>
        </p:blipFill>
        <p:spPr>
          <a:xfrm>
            <a:off x="7334864" y="2359306"/>
            <a:ext cx="4549788" cy="334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0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E2CC-ADC6-3439-115E-24A3DE86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581FE-AC68-70E7-E60B-7E152295CE2B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/>
              <a:t>1. </a:t>
            </a:r>
            <a:r>
              <a:rPr lang="en-US" sz="2000" b="1" err="1"/>
              <a:t>Bài</a:t>
            </a:r>
            <a:r>
              <a:rPr lang="en-US" sz="2000" b="1"/>
              <a:t> </a:t>
            </a:r>
            <a:r>
              <a:rPr lang="en-US" sz="2000" b="1" err="1"/>
              <a:t>toán</a:t>
            </a:r>
            <a:r>
              <a:rPr lang="en-US" sz="2000" b="1"/>
              <a:t> </a:t>
            </a:r>
            <a:r>
              <a:rPr lang="en-US" sz="2000" b="1" err="1"/>
              <a:t>phân</a:t>
            </a:r>
            <a:r>
              <a:rPr lang="en-US" sz="2000" b="1"/>
              <a:t> </a:t>
            </a:r>
            <a:r>
              <a:rPr lang="en-US" sz="2000" b="1" err="1"/>
              <a:t>loại</a:t>
            </a:r>
            <a:endParaRPr lang="en-US" sz="2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BA5608-3645-ADD6-6B2C-60C814FD5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9618B-4245-3FB7-D6FE-0599B8763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7" name="Google Shape;164;p17">
            <a:extLst>
              <a:ext uri="{FF2B5EF4-FFF2-40B4-BE49-F238E27FC236}">
                <a16:creationId xmlns:a16="http://schemas.microsoft.com/office/drawing/2014/main" id="{019C814F-DC2A-50D9-5A6D-5B161EA5A083}"/>
              </a:ext>
            </a:extLst>
          </p:cNvPr>
          <p:cNvSpPr txBox="1"/>
          <p:nvPr/>
        </p:nvSpPr>
        <p:spPr>
          <a:xfrm>
            <a:off x="470212" y="1932598"/>
            <a:ext cx="57626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Classification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là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quá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trình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thuật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toán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học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cách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gán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một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điểm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dữ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liệu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đầu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vào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vào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một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trong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các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danh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mục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nhãn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)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đã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được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định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nghĩa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từ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trước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160DEF19-6FF4-C332-5A03-3DE1E08ED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741" y="3476745"/>
            <a:ext cx="1009650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7;p17">
            <a:extLst>
              <a:ext uri="{FF2B5EF4-FFF2-40B4-BE49-F238E27FC236}">
                <a16:creationId xmlns:a16="http://schemas.microsoft.com/office/drawing/2014/main" id="{E06855A0-EA54-F923-7B1F-B129C39D285E}"/>
              </a:ext>
            </a:extLst>
          </p:cNvPr>
          <p:cNvSpPr txBox="1"/>
          <p:nvPr/>
        </p:nvSpPr>
        <p:spPr>
          <a:xfrm>
            <a:off x="336253" y="4013781"/>
            <a:ext cx="5000625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cap="none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x: Vector </a:t>
            </a:r>
            <a:r>
              <a:rPr lang="en-US" b="1" i="0" u="none" strike="noStrike" cap="none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đặc</a:t>
            </a:r>
            <a:r>
              <a:rPr lang="en-US" b="1" i="0" u="none" strike="noStrike" cap="none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trưng</a:t>
            </a:r>
            <a:r>
              <a:rPr lang="en-US" b="1" i="0" u="none" strike="noStrike" cap="none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(Features)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- Các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thuộc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tính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đại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diện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cho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đối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tượng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</a:p>
          <a:p>
            <a:pPr marL="285750" lvl="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y: </a:t>
            </a:r>
            <a:r>
              <a:rPr lang="en-US" b="1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Nhãn</a:t>
            </a: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lớp</a:t>
            </a: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(Class Label)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-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Kết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quả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dự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đoán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rời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rạc</a:t>
            </a:r>
            <a:endParaRPr lang="en-US">
              <a:solidFill>
                <a:srgbClr val="374151"/>
              </a:solidFill>
              <a:latin typeface="Calibri" panose="020F0502020204030204" pitchFamily="34" charset="0"/>
              <a:ea typeface="Roboto"/>
              <a:cs typeface="Calibri" panose="020F0502020204030204" pitchFamily="34" charset="0"/>
              <a:sym typeface="Roboto"/>
            </a:endParaRP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f: </a:t>
            </a:r>
            <a:r>
              <a:rPr lang="en-US" b="1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Mô</a:t>
            </a: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hình</a:t>
            </a: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học</a:t>
            </a: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(Model)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-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Hàm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toán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học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tìm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kiếm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quy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luật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</a:p>
        </p:txBody>
      </p:sp>
      <p:pic>
        <p:nvPicPr>
          <p:cNvPr id="4103" name="Picture 7" descr="Classification in ML">
            <a:extLst>
              <a:ext uri="{FF2B5EF4-FFF2-40B4-BE49-F238E27FC236}">
                <a16:creationId xmlns:a16="http://schemas.microsoft.com/office/drawing/2014/main" id="{5EAE357B-A194-B50C-FC05-A8EFFE0B5E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3" t="10714" r="7907" b="5069"/>
          <a:stretch>
            <a:fillRect/>
          </a:stretch>
        </p:blipFill>
        <p:spPr bwMode="auto">
          <a:xfrm>
            <a:off x="6998618" y="2900838"/>
            <a:ext cx="4723170" cy="28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07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703C-8516-7666-E708-DF7F564E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2C4DE4-374E-3580-89B6-80266DE6B449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/>
              <a:t>1. </a:t>
            </a:r>
            <a:r>
              <a:rPr lang="en-US" sz="2000" b="1" err="1"/>
              <a:t>Bài</a:t>
            </a:r>
            <a:r>
              <a:rPr lang="en-US" sz="2000" b="1"/>
              <a:t> </a:t>
            </a:r>
            <a:r>
              <a:rPr lang="en-US" sz="2000" b="1" err="1"/>
              <a:t>toán</a:t>
            </a:r>
            <a:r>
              <a:rPr lang="en-US" sz="2000" b="1"/>
              <a:t> </a:t>
            </a:r>
            <a:r>
              <a:rPr lang="en-US" sz="2000" b="1" err="1"/>
              <a:t>phân</a:t>
            </a:r>
            <a:r>
              <a:rPr lang="en-US" sz="2000" b="1"/>
              <a:t> </a:t>
            </a:r>
            <a:r>
              <a:rPr lang="en-US" sz="2000" b="1" err="1"/>
              <a:t>loại</a:t>
            </a:r>
            <a:endParaRPr lang="en-US" sz="2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0D2C4D-7714-AF37-8936-C88C1EC7E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741C1A-7292-1C5D-E513-C496369C1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5AA987-0C4A-F823-8591-4B8161503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22178"/>
              </p:ext>
            </p:extLst>
          </p:nvPr>
        </p:nvGraphicFramePr>
        <p:xfrm>
          <a:off x="503903" y="2541843"/>
          <a:ext cx="10547556" cy="2777453"/>
        </p:xfrm>
        <a:graphic>
          <a:graphicData uri="http://schemas.openxmlformats.org/drawingml/2006/table">
            <a:tbl>
              <a:tblPr/>
              <a:tblGrid>
                <a:gridCol w="3515852">
                  <a:extLst>
                    <a:ext uri="{9D8B030D-6E8A-4147-A177-3AD203B41FA5}">
                      <a16:colId xmlns:a16="http://schemas.microsoft.com/office/drawing/2014/main" val="765756808"/>
                    </a:ext>
                  </a:extLst>
                </a:gridCol>
                <a:gridCol w="3515852">
                  <a:extLst>
                    <a:ext uri="{9D8B030D-6E8A-4147-A177-3AD203B41FA5}">
                      <a16:colId xmlns:a16="http://schemas.microsoft.com/office/drawing/2014/main" val="3842535711"/>
                    </a:ext>
                  </a:extLst>
                </a:gridCol>
                <a:gridCol w="3515852">
                  <a:extLst>
                    <a:ext uri="{9D8B030D-6E8A-4147-A177-3AD203B41FA5}">
                      <a16:colId xmlns:a16="http://schemas.microsoft.com/office/drawing/2014/main" val="1082390976"/>
                    </a:ext>
                  </a:extLst>
                </a:gridCol>
              </a:tblGrid>
              <a:tr h="48303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b="1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Bài</a:t>
                      </a: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toán</a:t>
                      </a:r>
                      <a:endParaRPr lang="en-US" b="1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549234"/>
                  </a:ext>
                </a:extLst>
              </a:tr>
              <a:tr h="845313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vi-VN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Người dùng có thích thiết kế không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tuổi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giá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sản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phẩm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thời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gian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sử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dụng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/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không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46566"/>
                  </a:ext>
                </a:extLst>
              </a:tr>
              <a:tr h="48303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Email 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nội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dung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spam / </a:t>
                      </a:r>
                      <a:r>
                        <a:rPr lang="en-US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không</a:t>
                      </a: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285984"/>
                  </a:ext>
                </a:extLst>
              </a:tr>
              <a:tr h="48303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Nhận diện logo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hình ảnh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vi-VN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tên thương hiệu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120838"/>
                  </a:ext>
                </a:extLst>
              </a:tr>
              <a:tr h="48303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Phân loại phong cách thiết kế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vi-VN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đặc trưng hình ảnh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minimalist / modern / vintage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5426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E91A8D9-A822-B6D5-66F5-E5985FA07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03" y="1991439"/>
            <a:ext cx="20478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Ví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dụ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kế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8819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F09C-FEBD-7A8D-5F90-9E98CDC6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1FCFE-7011-F332-01B4-37D7516B3D28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/>
              <a:t>1. </a:t>
            </a:r>
            <a:r>
              <a:rPr lang="en-US" sz="2000" b="1" err="1"/>
              <a:t>Bài</a:t>
            </a:r>
            <a:r>
              <a:rPr lang="en-US" sz="2000" b="1"/>
              <a:t> </a:t>
            </a:r>
            <a:r>
              <a:rPr lang="en-US" sz="2000" b="1" err="1"/>
              <a:t>toán</a:t>
            </a:r>
            <a:r>
              <a:rPr lang="en-US" sz="2000" b="1"/>
              <a:t> </a:t>
            </a:r>
            <a:r>
              <a:rPr lang="en-US" sz="2000" b="1" err="1"/>
              <a:t>phân</a:t>
            </a:r>
            <a:r>
              <a:rPr lang="en-US" sz="2000" b="1"/>
              <a:t> </a:t>
            </a:r>
            <a:r>
              <a:rPr lang="en-US" sz="2000" b="1" err="1"/>
              <a:t>loại</a:t>
            </a:r>
            <a:endParaRPr lang="en-US" sz="2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A9EB5-96D9-2C85-0261-3B023B34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42ACB2-646E-9730-8DEE-1459EACAB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B0868D-5DCA-6E6D-19AB-251552E0A7CC}"/>
              </a:ext>
            </a:extLst>
          </p:cNvPr>
          <p:cNvSpPr txBox="1"/>
          <p:nvPr/>
        </p:nvSpPr>
        <p:spPr>
          <a:xfrm>
            <a:off x="384942" y="1810367"/>
            <a:ext cx="6096000" cy="3405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Một số thuật toán phân loại phổ biến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Trong Machine Learning có nhiều thuật toán phân loại.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Trong môn học này sinh viên thường gặp: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K-Nearest Neighbors (KNN)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Decision Tree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Random Forest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Support Vector Machine (SVM)</a:t>
            </a:r>
          </a:p>
        </p:txBody>
      </p:sp>
    </p:spTree>
    <p:extLst>
      <p:ext uri="{BB962C8B-B14F-4D97-AF65-F5344CB8AC3E}">
        <p14:creationId xmlns:p14="http://schemas.microsoft.com/office/powerpoint/2010/main" val="61327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3E272-486D-841C-CE36-08BF5CD5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430B1-0876-A225-44D8-C4F5CCC536A2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3EB3B-12D3-0379-B07F-FE468C1F7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B11DD1-39ED-77D3-2901-45A83BC7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31F5A6-877F-C9A9-DB16-616F65DF585A}"/>
              </a:ext>
            </a:extLst>
          </p:cNvPr>
          <p:cNvGrpSpPr/>
          <p:nvPr/>
        </p:nvGrpSpPr>
        <p:grpSpPr>
          <a:xfrm>
            <a:off x="462701" y="2624422"/>
            <a:ext cx="11591719" cy="2823321"/>
            <a:chOff x="369540" y="2502225"/>
            <a:chExt cx="11591719" cy="2823321"/>
          </a:xfrm>
        </p:grpSpPr>
        <p:sp>
          <p:nvSpPr>
            <p:cNvPr id="9" name="Google Shape;235;p21">
              <a:extLst>
                <a:ext uri="{FF2B5EF4-FFF2-40B4-BE49-F238E27FC236}">
                  <a16:creationId xmlns:a16="http://schemas.microsoft.com/office/drawing/2014/main" id="{52C73E5D-D786-243E-63A2-DDD8E4A5910F}"/>
                </a:ext>
              </a:extLst>
            </p:cNvPr>
            <p:cNvSpPr/>
            <p:nvPr/>
          </p:nvSpPr>
          <p:spPr>
            <a:xfrm>
              <a:off x="483577" y="4022710"/>
              <a:ext cx="11049000" cy="381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10" name="Google Shape;236;p21">
              <a:extLst>
                <a:ext uri="{FF2B5EF4-FFF2-40B4-BE49-F238E27FC236}">
                  <a16:creationId xmlns:a16="http://schemas.microsoft.com/office/drawing/2014/main" id="{0732BF08-FB38-E354-B6B3-83A569310E5A}"/>
                </a:ext>
              </a:extLst>
            </p:cNvPr>
            <p:cNvSpPr txBox="1"/>
            <p:nvPr/>
          </p:nvSpPr>
          <p:spPr>
            <a:xfrm>
              <a:off x="439382" y="4301133"/>
              <a:ext cx="18561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70C0"/>
                  </a:solidFill>
                  <a:latin typeface="Calibri" panose="020F0502020204030204" pitchFamily="34" charset="0"/>
                  <a:ea typeface="Merriweather"/>
                  <a:cs typeface="Calibri" panose="020F0502020204030204" pitchFamily="34" charset="0"/>
                  <a:sym typeface="Merriweather"/>
                </a:rPr>
                <a:t>1. Data</a:t>
              </a:r>
              <a:endParaRPr sz="20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237;p21">
              <a:extLst>
                <a:ext uri="{FF2B5EF4-FFF2-40B4-BE49-F238E27FC236}">
                  <a16:creationId xmlns:a16="http://schemas.microsoft.com/office/drawing/2014/main" id="{2B0D10BB-8225-E799-5FC0-83D2AD98E376}"/>
                </a:ext>
              </a:extLst>
            </p:cNvPr>
            <p:cNvSpPr txBox="1"/>
            <p:nvPr/>
          </p:nvSpPr>
          <p:spPr>
            <a:xfrm>
              <a:off x="369540" y="4740543"/>
              <a:ext cx="2224454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Thu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thập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dữ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liệu</a:t>
              </a:r>
              <a:endParaRPr sz="200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238;p21">
              <a:extLst>
                <a:ext uri="{FF2B5EF4-FFF2-40B4-BE49-F238E27FC236}">
                  <a16:creationId xmlns:a16="http://schemas.microsoft.com/office/drawing/2014/main" id="{D1959C41-6841-2FF4-2BA2-AB761FAD8E61}"/>
                </a:ext>
              </a:extLst>
            </p:cNvPr>
            <p:cNvSpPr txBox="1"/>
            <p:nvPr/>
          </p:nvSpPr>
          <p:spPr>
            <a:xfrm>
              <a:off x="2002967" y="2502225"/>
              <a:ext cx="26699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70C0"/>
                  </a:solidFill>
                  <a:latin typeface="Calibri" panose="020F0502020204030204" pitchFamily="34" charset="0"/>
                  <a:ea typeface="Merriweather"/>
                  <a:cs typeface="Calibri" panose="020F0502020204030204" pitchFamily="34" charset="0"/>
                  <a:sym typeface="Merriweather"/>
                </a:rPr>
                <a:t>2. Pre-process</a:t>
              </a:r>
              <a:endParaRPr sz="20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239;p21">
              <a:extLst>
                <a:ext uri="{FF2B5EF4-FFF2-40B4-BE49-F238E27FC236}">
                  <a16:creationId xmlns:a16="http://schemas.microsoft.com/office/drawing/2014/main" id="{E2556481-C9E7-8BC4-02B3-4F0875D6345C}"/>
                </a:ext>
              </a:extLst>
            </p:cNvPr>
            <p:cNvSpPr txBox="1"/>
            <p:nvPr/>
          </p:nvSpPr>
          <p:spPr>
            <a:xfrm>
              <a:off x="1691846" y="3054292"/>
              <a:ext cx="3292209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Làm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sạch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,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xử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lý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Missing</a:t>
              </a:r>
              <a:endParaRPr sz="200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240;p21">
              <a:extLst>
                <a:ext uri="{FF2B5EF4-FFF2-40B4-BE49-F238E27FC236}">
                  <a16:creationId xmlns:a16="http://schemas.microsoft.com/office/drawing/2014/main" id="{5C729CC3-9CF1-284F-98EF-9FEFBF7DB0D8}"/>
                </a:ext>
              </a:extLst>
            </p:cNvPr>
            <p:cNvSpPr txBox="1"/>
            <p:nvPr/>
          </p:nvSpPr>
          <p:spPr>
            <a:xfrm>
              <a:off x="4151751" y="4301133"/>
              <a:ext cx="18561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70C0"/>
                  </a:solidFill>
                  <a:latin typeface="Calibri" panose="020F0502020204030204" pitchFamily="34" charset="0"/>
                  <a:ea typeface="Merriweather"/>
                  <a:cs typeface="Calibri" panose="020F0502020204030204" pitchFamily="34" charset="0"/>
                  <a:sym typeface="Merriweather"/>
                </a:rPr>
                <a:t>3. Features</a:t>
              </a:r>
              <a:endParaRPr sz="20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241;p21">
              <a:extLst>
                <a:ext uri="{FF2B5EF4-FFF2-40B4-BE49-F238E27FC236}">
                  <a16:creationId xmlns:a16="http://schemas.microsoft.com/office/drawing/2014/main" id="{53BC3782-EF97-1272-20E8-46B3B0DE1BF1}"/>
                </a:ext>
              </a:extLst>
            </p:cNvPr>
            <p:cNvSpPr txBox="1"/>
            <p:nvPr/>
          </p:nvSpPr>
          <p:spPr>
            <a:xfrm>
              <a:off x="3724915" y="4833103"/>
              <a:ext cx="2854375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Trích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xuất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đặc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trưng</a:t>
              </a:r>
              <a:endParaRPr sz="200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242;p21">
              <a:extLst>
                <a:ext uri="{FF2B5EF4-FFF2-40B4-BE49-F238E27FC236}">
                  <a16:creationId xmlns:a16="http://schemas.microsoft.com/office/drawing/2014/main" id="{A90E492C-3983-3DB9-7696-E010D12E47EC}"/>
                </a:ext>
              </a:extLst>
            </p:cNvPr>
            <p:cNvSpPr txBox="1"/>
            <p:nvPr/>
          </p:nvSpPr>
          <p:spPr>
            <a:xfrm>
              <a:off x="5904839" y="2530444"/>
              <a:ext cx="18561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70C0"/>
                  </a:solidFill>
                  <a:latin typeface="Calibri" panose="020F0502020204030204" pitchFamily="34" charset="0"/>
                  <a:ea typeface="Merriweather"/>
                  <a:cs typeface="Calibri" panose="020F0502020204030204" pitchFamily="34" charset="0"/>
                  <a:sym typeface="Merriweather"/>
                </a:rPr>
                <a:t>4. Train</a:t>
              </a:r>
              <a:endParaRPr sz="20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243;p21">
              <a:extLst>
                <a:ext uri="{FF2B5EF4-FFF2-40B4-BE49-F238E27FC236}">
                  <a16:creationId xmlns:a16="http://schemas.microsoft.com/office/drawing/2014/main" id="{868D52A3-9E1B-5D1A-EFAB-8DA4A23C5652}"/>
                </a:ext>
              </a:extLst>
            </p:cNvPr>
            <p:cNvSpPr txBox="1"/>
            <p:nvPr/>
          </p:nvSpPr>
          <p:spPr>
            <a:xfrm>
              <a:off x="5623133" y="3062414"/>
              <a:ext cx="2854374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Huấn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luyện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mô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hình</a:t>
              </a:r>
              <a:endParaRPr sz="200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244;p21">
              <a:extLst>
                <a:ext uri="{FF2B5EF4-FFF2-40B4-BE49-F238E27FC236}">
                  <a16:creationId xmlns:a16="http://schemas.microsoft.com/office/drawing/2014/main" id="{EC7DB89A-0E54-564B-D5F5-78904E6CA3CD}"/>
                </a:ext>
              </a:extLst>
            </p:cNvPr>
            <p:cNvSpPr txBox="1"/>
            <p:nvPr/>
          </p:nvSpPr>
          <p:spPr>
            <a:xfrm>
              <a:off x="7864119" y="4301133"/>
              <a:ext cx="18561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70C0"/>
                  </a:solidFill>
                  <a:latin typeface="Calibri" panose="020F0502020204030204" pitchFamily="34" charset="0"/>
                  <a:ea typeface="Merriweather"/>
                  <a:cs typeface="Calibri" panose="020F0502020204030204" pitchFamily="34" charset="0"/>
                  <a:sym typeface="Merriweather"/>
                </a:rPr>
                <a:t>5. Evaluate</a:t>
              </a:r>
              <a:endParaRPr sz="20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245;p21">
              <a:extLst>
                <a:ext uri="{FF2B5EF4-FFF2-40B4-BE49-F238E27FC236}">
                  <a16:creationId xmlns:a16="http://schemas.microsoft.com/office/drawing/2014/main" id="{37AAC1E3-9345-49B3-AB47-4D6B9D0E5E71}"/>
                </a:ext>
              </a:extLst>
            </p:cNvPr>
            <p:cNvSpPr txBox="1"/>
            <p:nvPr/>
          </p:nvSpPr>
          <p:spPr>
            <a:xfrm>
              <a:off x="7522357" y="4681790"/>
              <a:ext cx="3011732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Đánh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giá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hiệu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năng</a:t>
              </a:r>
              <a:endParaRPr sz="200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246;p21">
              <a:extLst>
                <a:ext uri="{FF2B5EF4-FFF2-40B4-BE49-F238E27FC236}">
                  <a16:creationId xmlns:a16="http://schemas.microsoft.com/office/drawing/2014/main" id="{65E39817-23C8-6ED5-EF18-1A356DFA56BF}"/>
                </a:ext>
              </a:extLst>
            </p:cNvPr>
            <p:cNvSpPr txBox="1"/>
            <p:nvPr/>
          </p:nvSpPr>
          <p:spPr>
            <a:xfrm>
              <a:off x="9720288" y="2525385"/>
              <a:ext cx="18561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70C0"/>
                  </a:solidFill>
                  <a:latin typeface="Calibri" panose="020F0502020204030204" pitchFamily="34" charset="0"/>
                  <a:ea typeface="Merriweather"/>
                  <a:cs typeface="Calibri" panose="020F0502020204030204" pitchFamily="34" charset="0"/>
                  <a:sym typeface="Merriweather"/>
                </a:rPr>
                <a:t>6. Deploy</a:t>
              </a:r>
              <a:endParaRPr sz="20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247;p21">
              <a:extLst>
                <a:ext uri="{FF2B5EF4-FFF2-40B4-BE49-F238E27FC236}">
                  <a16:creationId xmlns:a16="http://schemas.microsoft.com/office/drawing/2014/main" id="{7E5269CC-CE80-502C-B7BE-432577BC6BAB}"/>
                </a:ext>
              </a:extLst>
            </p:cNvPr>
            <p:cNvSpPr txBox="1"/>
            <p:nvPr/>
          </p:nvSpPr>
          <p:spPr>
            <a:xfrm>
              <a:off x="9335485" y="3072243"/>
              <a:ext cx="2625774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Triển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khai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thực</a:t>
              </a:r>
              <a:r>
                <a:rPr lang="en-US" sz="2000" b="0" i="0" u="none" strike="noStrike" cap="none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 </a:t>
              </a:r>
              <a:r>
                <a:rPr lang="en-US" sz="2000" b="0" i="0" u="none" strike="noStrike" cap="none" err="1">
                  <a:solidFill>
                    <a:srgbClr val="00B0F0"/>
                  </a:solidFill>
                  <a:latin typeface="Calibri" panose="020F0502020204030204" pitchFamily="34" charset="0"/>
                  <a:ea typeface="Roboto"/>
                  <a:cs typeface="Calibri" panose="020F0502020204030204" pitchFamily="34" charset="0"/>
                  <a:sym typeface="Roboto"/>
                </a:rPr>
                <a:t>tế</a:t>
              </a:r>
              <a:endParaRPr sz="200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248;p21">
              <a:extLst>
                <a:ext uri="{FF2B5EF4-FFF2-40B4-BE49-F238E27FC236}">
                  <a16:creationId xmlns:a16="http://schemas.microsoft.com/office/drawing/2014/main" id="{B415D51D-9BA8-D866-AA45-297D44201ABF}"/>
                </a:ext>
              </a:extLst>
            </p:cNvPr>
            <p:cNvSpPr/>
            <p:nvPr/>
          </p:nvSpPr>
          <p:spPr>
            <a:xfrm>
              <a:off x="1253166" y="3901082"/>
              <a:ext cx="315619" cy="284583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23" name="Google Shape;249;p21">
              <a:extLst>
                <a:ext uri="{FF2B5EF4-FFF2-40B4-BE49-F238E27FC236}">
                  <a16:creationId xmlns:a16="http://schemas.microsoft.com/office/drawing/2014/main" id="{A5F1C9E8-E8E8-E6B1-5724-030A543FD35A}"/>
                </a:ext>
              </a:extLst>
            </p:cNvPr>
            <p:cNvSpPr/>
            <p:nvPr/>
          </p:nvSpPr>
          <p:spPr>
            <a:xfrm>
              <a:off x="3109350" y="3901082"/>
              <a:ext cx="315619" cy="284583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24" name="Google Shape;250;p21">
              <a:extLst>
                <a:ext uri="{FF2B5EF4-FFF2-40B4-BE49-F238E27FC236}">
                  <a16:creationId xmlns:a16="http://schemas.microsoft.com/office/drawing/2014/main" id="{00EEC605-D168-7D3B-4B63-6325C7679BD5}"/>
                </a:ext>
              </a:extLst>
            </p:cNvPr>
            <p:cNvSpPr/>
            <p:nvPr/>
          </p:nvSpPr>
          <p:spPr>
            <a:xfrm>
              <a:off x="4965534" y="3901082"/>
              <a:ext cx="315619" cy="284583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25" name="Google Shape;251;p21">
              <a:extLst>
                <a:ext uri="{FF2B5EF4-FFF2-40B4-BE49-F238E27FC236}">
                  <a16:creationId xmlns:a16="http://schemas.microsoft.com/office/drawing/2014/main" id="{4AFA1B5F-48BB-0093-7CAF-8945CE2DD36B}"/>
                </a:ext>
              </a:extLst>
            </p:cNvPr>
            <p:cNvSpPr/>
            <p:nvPr/>
          </p:nvSpPr>
          <p:spPr>
            <a:xfrm>
              <a:off x="6821719" y="3901082"/>
              <a:ext cx="315619" cy="284583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26" name="Google Shape;252;p21">
              <a:extLst>
                <a:ext uri="{FF2B5EF4-FFF2-40B4-BE49-F238E27FC236}">
                  <a16:creationId xmlns:a16="http://schemas.microsoft.com/office/drawing/2014/main" id="{3D7844F5-83B7-CCA9-9044-7ABDAEB04325}"/>
                </a:ext>
              </a:extLst>
            </p:cNvPr>
            <p:cNvSpPr/>
            <p:nvPr/>
          </p:nvSpPr>
          <p:spPr>
            <a:xfrm>
              <a:off x="8677903" y="3901082"/>
              <a:ext cx="315619" cy="284583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27" name="Google Shape;253;p21">
              <a:extLst>
                <a:ext uri="{FF2B5EF4-FFF2-40B4-BE49-F238E27FC236}">
                  <a16:creationId xmlns:a16="http://schemas.microsoft.com/office/drawing/2014/main" id="{D73AFA0A-38B9-0FA0-17F1-02ACCC73F5F5}"/>
                </a:ext>
              </a:extLst>
            </p:cNvPr>
            <p:cNvSpPr/>
            <p:nvPr/>
          </p:nvSpPr>
          <p:spPr>
            <a:xfrm>
              <a:off x="10534088" y="3901082"/>
              <a:ext cx="315619" cy="284583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28" name="Google Shape;255;p21">
              <a:extLst>
                <a:ext uri="{FF2B5EF4-FFF2-40B4-BE49-F238E27FC236}">
                  <a16:creationId xmlns:a16="http://schemas.microsoft.com/office/drawing/2014/main" id="{53CEDAB2-D748-95F5-CEA0-4F62040F3506}"/>
                </a:ext>
              </a:extLst>
            </p:cNvPr>
            <p:cNvSpPr/>
            <p:nvPr/>
          </p:nvSpPr>
          <p:spPr>
            <a:xfrm>
              <a:off x="527457" y="2924656"/>
              <a:ext cx="11049000" cy="19050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837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DA4E-A52E-875D-1317-37601E11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1DC01-2D6B-1FE6-C4C8-D39B8F75259E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7CC8B-94CE-4A40-7FEE-F8DD51208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4F5A58-FF2E-8E91-7D22-E71D226E4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8CF9D5-EBCC-F78A-D2BB-FE20622BA39C}"/>
              </a:ext>
            </a:extLst>
          </p:cNvPr>
          <p:cNvSpPr txBox="1"/>
          <p:nvPr/>
        </p:nvSpPr>
        <p:spPr>
          <a:xfrm>
            <a:off x="384942" y="1932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đo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chất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lượng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8680FB-3BBC-E2D2-1838-ABE21D8CB78D}"/>
              </a:ext>
            </a:extLst>
          </p:cNvPr>
          <p:cNvSpPr txBox="1"/>
          <p:nvPr/>
        </p:nvSpPr>
        <p:spPr>
          <a:xfrm>
            <a:off x="384942" y="2424161"/>
            <a:ext cx="3668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 </a:t>
            </a:r>
            <a:r>
              <a:rPr lang="en-US" err="1"/>
              <a:t>trận</a:t>
            </a:r>
            <a:r>
              <a:rPr lang="en-US"/>
              <a:t> </a:t>
            </a:r>
            <a:r>
              <a:rPr lang="en-US" err="1"/>
              <a:t>nhầm</a:t>
            </a:r>
            <a:r>
              <a:rPr lang="en-US"/>
              <a:t> </a:t>
            </a:r>
            <a:r>
              <a:rPr lang="en-US" err="1"/>
              <a:t>lẫn</a:t>
            </a:r>
            <a:r>
              <a:rPr lang="en-US"/>
              <a:t> (Confusion Matrix)</a:t>
            </a:r>
          </a:p>
        </p:txBody>
      </p:sp>
      <p:pic>
        <p:nvPicPr>
          <p:cNvPr id="7170" name="Picture 2" descr="Confusion Matrix">
            <a:extLst>
              <a:ext uri="{FF2B5EF4-FFF2-40B4-BE49-F238E27FC236}">
                <a16:creationId xmlns:a16="http://schemas.microsoft.com/office/drawing/2014/main" id="{390ED873-A578-20EC-0F64-F2DBF85A6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5" t="8257" r="10589" b="8611"/>
          <a:stretch>
            <a:fillRect/>
          </a:stretch>
        </p:blipFill>
        <p:spPr bwMode="auto">
          <a:xfrm>
            <a:off x="6268720" y="2608827"/>
            <a:ext cx="5923280" cy="377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Google Shape;351;p27">
            <a:extLst>
              <a:ext uri="{FF2B5EF4-FFF2-40B4-BE49-F238E27FC236}">
                <a16:creationId xmlns:a16="http://schemas.microsoft.com/office/drawing/2014/main" id="{04C81103-9227-55AD-E6CD-A3AC947F5B0F}"/>
              </a:ext>
            </a:extLst>
          </p:cNvPr>
          <p:cNvSpPr txBox="1"/>
          <p:nvPr/>
        </p:nvSpPr>
        <p:spPr>
          <a:xfrm>
            <a:off x="475984" y="2915724"/>
            <a:ext cx="5366017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0B05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TP (True Positive):</a:t>
            </a:r>
            <a:r>
              <a:rPr lang="en-US" b="0" i="0" u="none" strike="noStrike" cap="none">
                <a:solidFill>
                  <a:srgbClr val="00B05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Dương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tính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thật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-&gt;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Dự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đoán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DƯƠNG TÍNH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và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Giá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trị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thật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cũng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là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DƯƠNG TÍNH.</a:t>
            </a:r>
          </a:p>
          <a:p>
            <a:pPr algn="just">
              <a:lnSpc>
                <a:spcPct val="160000"/>
              </a:lnSpc>
            </a:pPr>
            <a:r>
              <a:rPr lang="en-US" b="1">
                <a:solidFill>
                  <a:srgbClr val="00B05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TN (True Negative):</a:t>
            </a:r>
            <a:r>
              <a:rPr lang="en-US">
                <a:solidFill>
                  <a:srgbClr val="00B05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Âm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tính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thật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-&gt;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Dự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đoán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ÂM TÍNH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và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Giá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trị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thật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cũng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là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ÂM TÍNH.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60000"/>
              </a:lnSpc>
            </a:pPr>
            <a:r>
              <a:rPr lang="vi-VN" b="1">
                <a:solidFill>
                  <a:srgbClr val="FF000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FP (False Positive):</a:t>
            </a:r>
            <a:r>
              <a:rPr lang="vi-VN">
                <a:solidFill>
                  <a:srgbClr val="FF000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vi-VN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Báo động giả (Lỗi Loại I).</a:t>
            </a:r>
          </a:p>
          <a:p>
            <a:pPr lvl="0">
              <a:lnSpc>
                <a:spcPct val="160000"/>
              </a:lnSpc>
            </a:pPr>
            <a:r>
              <a:rPr lang="vi-VN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Dự đoán là DƯƠNG TÍNH nhưng thực tế là ÂM TÍNH</a:t>
            </a:r>
            <a:endParaRPr lang="en-US">
              <a:solidFill>
                <a:srgbClr val="374151"/>
              </a:solidFill>
              <a:latin typeface="Calibri" panose="020F0502020204030204" pitchFamily="34" charset="0"/>
              <a:ea typeface="Roboto"/>
              <a:cs typeface="Calibri" panose="020F0502020204030204" pitchFamily="34" charset="0"/>
              <a:sym typeface="Roboto"/>
            </a:endParaRPr>
          </a:p>
          <a:p>
            <a:pPr lvl="0">
              <a:lnSpc>
                <a:spcPct val="160000"/>
              </a:lnSpc>
            </a:pPr>
            <a:r>
              <a:rPr lang="en-US" b="1">
                <a:solidFill>
                  <a:srgbClr val="FF000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FN (False Negative):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Bỏ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sót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Lỗi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Loại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II).</a:t>
            </a:r>
          </a:p>
          <a:p>
            <a:pPr>
              <a:lnSpc>
                <a:spcPct val="160000"/>
              </a:lnSpc>
            </a:pPr>
            <a:r>
              <a:rPr lang="vi-VN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Dự đoán là ÂM TÍNH nhưng thực tế là DƯƠNG TÍNH</a:t>
            </a:r>
            <a:endParaRPr lang="vi-V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958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BDC1-61D5-719E-31AB-F4D20AEF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F8A543-32C5-341C-D821-BEFC0281A101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08B74C-6581-0BA7-EB55-35C70DA87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BF6A55-7C7F-624A-9687-EAE20C28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0D2640-F374-53C0-2188-83ED776F1AED}"/>
              </a:ext>
            </a:extLst>
          </p:cNvPr>
          <p:cNvSpPr txBox="1"/>
          <p:nvPr/>
        </p:nvSpPr>
        <p:spPr>
          <a:xfrm>
            <a:off x="384942" y="1932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đo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chất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lượng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18" name="Picture 2" descr="Accuracy Score">
            <a:extLst>
              <a:ext uri="{FF2B5EF4-FFF2-40B4-BE49-F238E27FC236}">
                <a16:creationId xmlns:a16="http://schemas.microsoft.com/office/drawing/2014/main" id="{2A34FFEF-8F0D-AF4F-886D-C99B1EAD4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4" t="14952" r="17305" b="14952"/>
          <a:stretch>
            <a:fillRect/>
          </a:stretch>
        </p:blipFill>
        <p:spPr bwMode="auto">
          <a:xfrm>
            <a:off x="384942" y="2338308"/>
            <a:ext cx="3494024" cy="1185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CB76B1-B9AC-4AAF-9FEE-1BF283B81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950" y="2338308"/>
            <a:ext cx="4270679" cy="1123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55D77-003D-385A-CDA6-CDC6BD54EB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65" t="6636"/>
          <a:stretch>
            <a:fillRect/>
          </a:stretch>
        </p:blipFill>
        <p:spPr>
          <a:xfrm>
            <a:off x="9157613" y="2341167"/>
            <a:ext cx="2572289" cy="11826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2F1C7C-29BA-B190-4F40-C8552D10086D}"/>
              </a:ext>
            </a:extLst>
          </p:cNvPr>
          <p:cNvSpPr txBox="1"/>
          <p:nvPr/>
        </p:nvSpPr>
        <p:spPr>
          <a:xfrm>
            <a:off x="384942" y="3579615"/>
            <a:ext cx="3384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/>
              <a:t>Accuracy</a:t>
            </a:r>
            <a:r>
              <a:rPr lang="en-US"/>
              <a:t> (</a:t>
            </a:r>
            <a:r>
              <a:rPr lang="en-US" err="1"/>
              <a:t>Độ</a:t>
            </a:r>
            <a:r>
              <a:rPr lang="en-US"/>
              <a:t> </a:t>
            </a:r>
            <a:r>
              <a:rPr lang="en-US" err="1"/>
              <a:t>chính</a:t>
            </a:r>
            <a:r>
              <a:rPr lang="en-US"/>
              <a:t> </a:t>
            </a:r>
            <a:r>
              <a:rPr lang="en-US" err="1"/>
              <a:t>xác</a:t>
            </a:r>
            <a:r>
              <a:rPr lang="en-US"/>
              <a:t>): </a:t>
            </a:r>
            <a:r>
              <a:rPr lang="en-US" err="1"/>
              <a:t>Tỷ</a:t>
            </a:r>
            <a:r>
              <a:rPr lang="en-US"/>
              <a:t> </a:t>
            </a:r>
            <a:r>
              <a:rPr lang="en-US" err="1"/>
              <a:t>lệ</a:t>
            </a:r>
            <a:r>
              <a:rPr lang="en-US"/>
              <a:t> </a:t>
            </a:r>
            <a:r>
              <a:rPr lang="en-US" err="1"/>
              <a:t>dự</a:t>
            </a:r>
            <a:r>
              <a:rPr lang="en-US"/>
              <a:t> </a:t>
            </a:r>
            <a:r>
              <a:rPr lang="en-US" err="1"/>
              <a:t>đoán</a:t>
            </a:r>
            <a:r>
              <a:rPr lang="en-US"/>
              <a:t> </a:t>
            </a:r>
            <a:r>
              <a:rPr lang="en-US" err="1"/>
              <a:t>đúng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hình</a:t>
            </a:r>
            <a:r>
              <a:rPr lang="en-US"/>
              <a:t>. </a:t>
            </a:r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</a:t>
            </a:r>
            <a:r>
              <a:rPr lang="en-US" err="1"/>
              <a:t>cân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chi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nhầm</a:t>
            </a:r>
            <a:r>
              <a:rPr lang="en-US"/>
              <a:t> </a:t>
            </a:r>
            <a:r>
              <a:rPr lang="en-US" err="1"/>
              <a:t>lẫn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lớp</a:t>
            </a:r>
            <a:r>
              <a:rPr lang="en-US"/>
              <a:t> </a:t>
            </a:r>
            <a:r>
              <a:rPr lang="en-US" err="1"/>
              <a:t>giống</a:t>
            </a:r>
            <a:r>
              <a:rPr lang="en-US"/>
              <a:t> </a:t>
            </a:r>
            <a:r>
              <a:rPr lang="en-US" err="1"/>
              <a:t>nhau</a:t>
            </a:r>
            <a:r>
              <a:rPr lang="en-US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4800E-CE56-4C04-E833-24149D2404CD}"/>
              </a:ext>
            </a:extLst>
          </p:cNvPr>
          <p:cNvSpPr txBox="1"/>
          <p:nvPr/>
        </p:nvSpPr>
        <p:spPr>
          <a:xfrm>
            <a:off x="4345603" y="3579614"/>
            <a:ext cx="3741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/>
              <a:t>Precision</a:t>
            </a:r>
            <a:r>
              <a:rPr lang="en-US"/>
              <a:t> (</a:t>
            </a:r>
            <a:r>
              <a:rPr lang="en-US" err="1"/>
              <a:t>Độ</a:t>
            </a:r>
            <a:r>
              <a:rPr lang="en-US"/>
              <a:t> </a:t>
            </a:r>
            <a:r>
              <a:rPr lang="en-US" err="1"/>
              <a:t>chính</a:t>
            </a:r>
            <a:r>
              <a:rPr lang="en-US"/>
              <a:t> </a:t>
            </a:r>
            <a:r>
              <a:rPr lang="en-US" err="1"/>
              <a:t>xác</a:t>
            </a:r>
            <a:r>
              <a:rPr lang="en-US"/>
              <a:t> </a:t>
            </a:r>
            <a:r>
              <a:rPr lang="en-US" err="1"/>
              <a:t>dương</a:t>
            </a:r>
            <a:r>
              <a:rPr lang="en-US"/>
              <a:t>): </a:t>
            </a:r>
            <a:r>
              <a:rPr lang="en-US" err="1"/>
              <a:t>Tỷ</a:t>
            </a:r>
            <a:r>
              <a:rPr lang="en-US"/>
              <a:t> </a:t>
            </a:r>
            <a:r>
              <a:rPr lang="en-US" err="1"/>
              <a:t>lệ</a:t>
            </a:r>
            <a:r>
              <a:rPr lang="en-US"/>
              <a:t> </a:t>
            </a:r>
            <a:r>
              <a:rPr lang="en-US" err="1"/>
              <a:t>dự</a:t>
            </a:r>
            <a:r>
              <a:rPr lang="en-US"/>
              <a:t> </a:t>
            </a:r>
            <a:r>
              <a:rPr lang="en-US" err="1"/>
              <a:t>đoán</a:t>
            </a:r>
            <a:r>
              <a:rPr lang="en-US"/>
              <a:t> </a:t>
            </a:r>
            <a:r>
              <a:rPr lang="en-US" err="1"/>
              <a:t>dương</a:t>
            </a:r>
            <a:r>
              <a:rPr lang="en-US"/>
              <a:t> </a:t>
            </a:r>
            <a:r>
              <a:rPr lang="en-US" err="1"/>
              <a:t>chính</a:t>
            </a:r>
            <a:r>
              <a:rPr lang="en-US"/>
              <a:t> </a:t>
            </a:r>
            <a:r>
              <a:rPr lang="en-US" err="1"/>
              <a:t>xác</a:t>
            </a:r>
            <a:r>
              <a:rPr lang="en-US"/>
              <a:t>. Quan </a:t>
            </a:r>
            <a:r>
              <a:rPr lang="en-US" err="1"/>
              <a:t>trọng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dương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giả</a:t>
            </a:r>
            <a:r>
              <a:rPr lang="en-US"/>
              <a:t> (false positive) </a:t>
            </a:r>
            <a:r>
              <a:rPr lang="en-US" err="1"/>
              <a:t>tốn</a:t>
            </a:r>
            <a:r>
              <a:rPr lang="en-US"/>
              <a:t> </a:t>
            </a:r>
            <a:r>
              <a:rPr lang="en-US" err="1"/>
              <a:t>kém</a:t>
            </a:r>
            <a:r>
              <a:rPr lang="en-US"/>
              <a:t>, </a:t>
            </a:r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lọc</a:t>
            </a:r>
            <a:r>
              <a:rPr lang="en-US"/>
              <a:t> spam email.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3397AB-89D9-D3F1-27A9-0226306868FF}"/>
              </a:ext>
            </a:extLst>
          </p:cNvPr>
          <p:cNvSpPr txBox="1"/>
          <p:nvPr/>
        </p:nvSpPr>
        <p:spPr>
          <a:xfrm>
            <a:off x="8988309" y="3579614"/>
            <a:ext cx="30909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/>
              <a:t>Recall </a:t>
            </a:r>
            <a:r>
              <a:rPr lang="en-US"/>
              <a:t>(</a:t>
            </a:r>
            <a:r>
              <a:rPr lang="en-US" err="1"/>
              <a:t>Độ</a:t>
            </a:r>
            <a:r>
              <a:rPr lang="en-US"/>
              <a:t> </a:t>
            </a:r>
            <a:r>
              <a:rPr lang="en-US" err="1"/>
              <a:t>nhạy</a:t>
            </a:r>
            <a:r>
              <a:rPr lang="en-US"/>
              <a:t>): </a:t>
            </a:r>
            <a:r>
              <a:rPr lang="en-US" err="1"/>
              <a:t>Tỷ</a:t>
            </a:r>
            <a:r>
              <a:rPr lang="en-US"/>
              <a:t> </a:t>
            </a:r>
            <a:r>
              <a:rPr lang="en-US" err="1"/>
              <a:t>lệ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trường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dương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hình</a:t>
            </a:r>
            <a:r>
              <a:rPr lang="en-US"/>
              <a:t> </a:t>
            </a:r>
            <a:r>
              <a:rPr lang="en-US" err="1"/>
              <a:t>nhận</a:t>
            </a:r>
            <a:r>
              <a:rPr lang="en-US"/>
              <a:t> </a:t>
            </a:r>
            <a:r>
              <a:rPr lang="en-US" err="1"/>
              <a:t>diện</a:t>
            </a:r>
            <a:r>
              <a:rPr lang="en-US"/>
              <a:t> </a:t>
            </a:r>
            <a:r>
              <a:rPr lang="en-US" err="1"/>
              <a:t>đúng</a:t>
            </a:r>
            <a:r>
              <a:rPr lang="en-US"/>
              <a:t>. Quan </a:t>
            </a:r>
            <a:r>
              <a:rPr lang="en-US" err="1"/>
              <a:t>trọng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lỗi</a:t>
            </a:r>
            <a:r>
              <a:rPr lang="en-US"/>
              <a:t> </a:t>
            </a:r>
            <a:r>
              <a:rPr lang="en-US" err="1"/>
              <a:t>âm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giả</a:t>
            </a:r>
            <a:r>
              <a:rPr lang="en-US"/>
              <a:t> (false negative) </a:t>
            </a:r>
            <a:r>
              <a:rPr lang="en-US" err="1"/>
              <a:t>tốn</a:t>
            </a:r>
            <a:r>
              <a:rPr lang="en-US"/>
              <a:t> </a:t>
            </a:r>
            <a:r>
              <a:rPr lang="en-US" err="1"/>
              <a:t>kém</a:t>
            </a:r>
            <a:r>
              <a:rPr lang="en-US"/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6AE237-96A6-85FA-0C13-19320DFF6C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210" y="5143335"/>
            <a:ext cx="3741759" cy="12781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9944AA-9245-BE9B-C069-5F637A879BBC}"/>
              </a:ext>
            </a:extLst>
          </p:cNvPr>
          <p:cNvSpPr txBox="1"/>
          <p:nvPr/>
        </p:nvSpPr>
        <p:spPr>
          <a:xfrm>
            <a:off x="4645660" y="5320758"/>
            <a:ext cx="5788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/>
              <a:t>F1-Score</a:t>
            </a:r>
            <a:r>
              <a:rPr lang="en-US"/>
              <a:t>: Trung </a:t>
            </a:r>
            <a:r>
              <a:rPr lang="en-US" err="1"/>
              <a:t>bình</a:t>
            </a:r>
            <a:r>
              <a:rPr lang="en-US"/>
              <a:t> </a:t>
            </a:r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hòa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precision </a:t>
            </a:r>
            <a:r>
              <a:rPr lang="en-US" err="1"/>
              <a:t>và</a:t>
            </a:r>
            <a:r>
              <a:rPr lang="en-US"/>
              <a:t> recall, </a:t>
            </a:r>
            <a:r>
              <a:rPr lang="en-US" err="1"/>
              <a:t>cân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, </a:t>
            </a:r>
            <a:r>
              <a:rPr lang="en-US" err="1"/>
              <a:t>hữu</a:t>
            </a:r>
            <a:r>
              <a:rPr lang="en-US"/>
              <a:t> </a:t>
            </a:r>
            <a:r>
              <a:rPr lang="en-US" err="1"/>
              <a:t>ích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</a:t>
            </a:r>
            <a:r>
              <a:rPr lang="en-US" err="1"/>
              <a:t>lệch</a:t>
            </a:r>
            <a:r>
              <a:rPr lang="en-US"/>
              <a:t> </a:t>
            </a:r>
            <a:r>
              <a:rPr lang="en-US" err="1"/>
              <a:t>lớp</a:t>
            </a:r>
            <a:r>
              <a:rPr lang="en-US"/>
              <a:t> </a:t>
            </a:r>
            <a:r>
              <a:rPr lang="en-US" err="1"/>
              <a:t>hoặc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cân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false positive </a:t>
            </a:r>
            <a:r>
              <a:rPr lang="en-US" err="1"/>
              <a:t>và</a:t>
            </a:r>
            <a:r>
              <a:rPr lang="en-US"/>
              <a:t> false negative.</a:t>
            </a:r>
          </a:p>
        </p:txBody>
      </p:sp>
    </p:spTree>
    <p:extLst>
      <p:ext uri="{BB962C8B-B14F-4D97-AF65-F5344CB8AC3E}">
        <p14:creationId xmlns:p14="http://schemas.microsoft.com/office/powerpoint/2010/main" val="334879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5B0E-B50E-693F-8362-E1716118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6FDB0-E3AF-6F81-CCD4-88115E8CB80A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C93AA-99EF-DED4-4E12-7F8CAB85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896393-E3C3-6F49-93EB-8C4713B5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103FAF-7372-2B64-F29B-D8A20EC7B8F5}"/>
              </a:ext>
            </a:extLst>
          </p:cNvPr>
          <p:cNvSpPr txBox="1"/>
          <p:nvPr/>
        </p:nvSpPr>
        <p:spPr>
          <a:xfrm>
            <a:off x="384942" y="1932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đo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chất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lượng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404;p30">
            <a:extLst>
              <a:ext uri="{FF2B5EF4-FFF2-40B4-BE49-F238E27FC236}">
                <a16:creationId xmlns:a16="http://schemas.microsoft.com/office/drawing/2014/main" id="{69FDF173-FAC1-FF54-5BB2-228B07D5BC95}"/>
              </a:ext>
            </a:extLst>
          </p:cNvPr>
          <p:cNvSpPr txBox="1"/>
          <p:nvPr/>
        </p:nvSpPr>
        <p:spPr>
          <a:xfrm>
            <a:off x="688951" y="2300490"/>
            <a:ext cx="5949814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Đánh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giá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hiệu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suất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mô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hình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ở </a:t>
            </a:r>
            <a:r>
              <a:rPr lang="en-US" b="1" i="0" u="none" strike="noStrike" cap="none" err="1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mọi</a:t>
            </a:r>
            <a:r>
              <a:rPr lang="en-US" b="1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 err="1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ngưỡng</a:t>
            </a:r>
            <a:r>
              <a:rPr lang="en-US" b="1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 err="1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xác</a:t>
            </a:r>
            <a:r>
              <a:rPr lang="en-US" b="1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 err="1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suất</a:t>
            </a:r>
            <a:r>
              <a:rPr lang="en-US" b="1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(Threshold)</a:t>
            </a:r>
            <a:r>
              <a:rPr lang="en-US" b="0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có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thể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405;p30">
            <a:extLst>
              <a:ext uri="{FF2B5EF4-FFF2-40B4-BE49-F238E27FC236}">
                <a16:creationId xmlns:a16="http://schemas.microsoft.com/office/drawing/2014/main" id="{B179617A-D78A-DAB0-F41A-5FB5126AE7EB}"/>
              </a:ext>
            </a:extLst>
          </p:cNvPr>
          <p:cNvSpPr txBox="1"/>
          <p:nvPr/>
        </p:nvSpPr>
        <p:spPr>
          <a:xfrm>
            <a:off x="573867" y="4375428"/>
            <a:ext cx="48833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Merriweather"/>
                <a:cs typeface="Calibri" panose="020F0502020204030204" pitchFamily="34" charset="0"/>
                <a:sym typeface="Merriweather"/>
              </a:rPr>
              <a:t>AUC (Area Under Curve)</a:t>
            </a:r>
            <a:endParaRPr>
              <a:solidFill>
                <a:srgbClr val="387CB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406;p30">
            <a:extLst>
              <a:ext uri="{FF2B5EF4-FFF2-40B4-BE49-F238E27FC236}">
                <a16:creationId xmlns:a16="http://schemas.microsoft.com/office/drawing/2014/main" id="{EA6A26FB-3696-9D49-7B80-700167ADEC62}"/>
              </a:ext>
            </a:extLst>
          </p:cNvPr>
          <p:cNvSpPr txBox="1"/>
          <p:nvPr/>
        </p:nvSpPr>
        <p:spPr>
          <a:xfrm>
            <a:off x="688951" y="4735665"/>
            <a:ext cx="5667074" cy="1105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Diện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tích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dưới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đường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cong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ROC.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Từ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0 -&gt; 1.</a:t>
            </a:r>
            <a:br>
              <a:rPr lang="en-US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Mô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hình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hoàn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hảo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có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AUC = 1.0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  <a:br>
              <a:rPr lang="en-US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Mô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hình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đoán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bừa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(Random)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có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AUC = 0.5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408;p30">
            <a:extLst>
              <a:ext uri="{FF2B5EF4-FFF2-40B4-BE49-F238E27FC236}">
                <a16:creationId xmlns:a16="http://schemas.microsoft.com/office/drawing/2014/main" id="{68B361DF-31D7-59AE-836F-D54E2EA0EBC3}"/>
              </a:ext>
            </a:extLst>
          </p:cNvPr>
          <p:cNvSpPr txBox="1"/>
          <p:nvPr/>
        </p:nvSpPr>
        <p:spPr>
          <a:xfrm>
            <a:off x="974400" y="3186330"/>
            <a:ext cx="536019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err="1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Trục</a:t>
            </a:r>
            <a:r>
              <a:rPr lang="en-US" b="1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Y (TPR):</a:t>
            </a:r>
            <a:r>
              <a:rPr lang="en-US" b="0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True Positive Rate (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chính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là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Recall).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Google Shape;410;p30">
            <a:extLst>
              <a:ext uri="{FF2B5EF4-FFF2-40B4-BE49-F238E27FC236}">
                <a16:creationId xmlns:a16="http://schemas.microsoft.com/office/drawing/2014/main" id="{05425C8F-B0F3-1B2B-4FD4-922930C54D31}"/>
              </a:ext>
            </a:extLst>
          </p:cNvPr>
          <p:cNvSpPr txBox="1"/>
          <p:nvPr/>
        </p:nvSpPr>
        <p:spPr>
          <a:xfrm>
            <a:off x="974400" y="3747639"/>
            <a:ext cx="59498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err="1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Trục</a:t>
            </a:r>
            <a:r>
              <a:rPr lang="en-US" b="1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X (FPR):</a:t>
            </a:r>
            <a:r>
              <a:rPr lang="en-US" b="0" i="0" u="none" strike="noStrike" cap="none">
                <a:solidFill>
                  <a:srgbClr val="387CB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False Positive Rate. Càng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nhỏ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càng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tốt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DA3CA2-21F1-0DB2-8037-AD6D41095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774" y="2805255"/>
            <a:ext cx="5042529" cy="341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95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9B98-ED91-8D5C-62D6-3E2EE353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F07AE9-55AA-CC15-0C9E-FAC41393EBA7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D37F96-093E-F9B2-A49D-A11974CA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6A34FC-8D4A-AE3E-C3C0-30BA7887C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F9A1C3-800B-6E37-8445-04B78C044A80}"/>
              </a:ext>
            </a:extLst>
          </p:cNvPr>
          <p:cNvSpPr txBox="1"/>
          <p:nvPr/>
        </p:nvSpPr>
        <p:spPr>
          <a:xfrm>
            <a:off x="384942" y="1932598"/>
            <a:ext cx="415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1800" b="1" i="0" u="none" strike="noStrike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b="1" i="0" u="none" strike="noStrike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sz="1800" b="1" i="0" u="none" strike="noStrike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Nhị </a:t>
            </a:r>
            <a:r>
              <a:rPr lang="en-US" sz="1800" b="1" i="0" u="none" strike="noStrike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1800" b="1" i="0" u="none" strike="noStrike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(Binary Classification)</a:t>
            </a:r>
            <a:r>
              <a:rPr lang="en-US" sz="18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202;p19">
            <a:extLst>
              <a:ext uri="{FF2B5EF4-FFF2-40B4-BE49-F238E27FC236}">
                <a16:creationId xmlns:a16="http://schemas.microsoft.com/office/drawing/2014/main" id="{B8612A9C-353D-AE57-62F7-FCF68E00353B}"/>
              </a:ext>
            </a:extLst>
          </p:cNvPr>
          <p:cNvSpPr txBox="1"/>
          <p:nvPr/>
        </p:nvSpPr>
        <p:spPr>
          <a:xfrm>
            <a:off x="423008" y="2429437"/>
            <a:ext cx="57531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Bài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toán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cơ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bản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nhất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trong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Classification,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nơi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không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gian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nhãn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chỉ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có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đúng</a:t>
            </a:r>
            <a:r>
              <a:rPr lang="en-US" b="1" i="0" u="none" strike="noStrike" cap="none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2 </a:t>
            </a:r>
            <a:r>
              <a:rPr lang="en-US" b="1" i="0" u="none" strike="noStrike" cap="none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lớp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độc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lập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.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Google Shape;205;p19">
            <a:extLst>
              <a:ext uri="{FF2B5EF4-FFF2-40B4-BE49-F238E27FC236}">
                <a16:creationId xmlns:a16="http://schemas.microsoft.com/office/drawing/2014/main" id="{236FEBD2-7BE7-73B1-7372-49DC8C9F0CB3}"/>
              </a:ext>
            </a:extLst>
          </p:cNvPr>
          <p:cNvSpPr txBox="1"/>
          <p:nvPr/>
        </p:nvSpPr>
        <p:spPr>
          <a:xfrm>
            <a:off x="423008" y="4030586"/>
            <a:ext cx="500062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Lớp</a:t>
            </a:r>
            <a:r>
              <a:rPr lang="en-US" b="1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0 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(Negative) </a:t>
            </a:r>
            <a:r>
              <a:rPr lang="en-US" b="0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và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i="0" u="none" strike="noStrike" cap="none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Lớp</a:t>
            </a:r>
            <a:r>
              <a:rPr lang="en-US" b="1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1</a:t>
            </a:r>
            <a:r>
              <a:rPr lang="en-US" b="0" i="0" u="none" strike="noStrike" cap="none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(Positive).</a:t>
            </a:r>
          </a:p>
          <a:p>
            <a:pPr>
              <a:lnSpc>
                <a:spcPct val="160000"/>
              </a:lnSpc>
            </a:pPr>
            <a:r>
              <a:rPr lang="en-US" b="1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Ví</a:t>
            </a: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b="1" err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dụ</a:t>
            </a:r>
            <a:r>
              <a:rPr lang="en-US" b="1">
                <a:solidFill>
                  <a:srgbClr val="003B5C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: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Bệnh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nhân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Khỏe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mạnh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(0) /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Mắc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</a:t>
            </a:r>
            <a:r>
              <a:rPr lang="en-US" err="1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bệnh</a:t>
            </a:r>
            <a:r>
              <a:rPr lang="en-US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 (1).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60000"/>
              </a:lnSpc>
            </a:pPr>
            <a:r>
              <a:rPr lang="vi-VN">
                <a:solidFill>
                  <a:srgbClr val="374151"/>
                </a:solidFill>
                <a:latin typeface="Calibri" panose="020F0502020204030204" pitchFamily="34" charset="0"/>
                <a:ea typeface="Roboto"/>
                <a:cs typeface="Calibri" panose="020F0502020204030204" pitchFamily="34" charset="0"/>
                <a:sym typeface="Roboto"/>
              </a:rPr>
              <a:t>Hầu hết các thuật toán ML đều được thiết kế tối ưu xuất phát từ bài toán này.</a:t>
            </a:r>
            <a:endParaRPr lang="vi-V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51" name="Picture 7">
            <a:extLst>
              <a:ext uri="{FF2B5EF4-FFF2-40B4-BE49-F238E27FC236}">
                <a16:creationId xmlns:a16="http://schemas.microsoft.com/office/drawing/2014/main" id="{153643DC-83C1-EDA5-51AC-63E42793E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465" y="2020472"/>
            <a:ext cx="4866554" cy="349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A25D315C-4F90-665E-27DF-3616769B8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231" y="3542167"/>
            <a:ext cx="13525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950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D715-7138-4016-20F7-3E227B44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CE8253-2A27-310C-4481-B4659DE12195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05771-5005-B096-366E-C2AD7443E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16DEB-3D08-9FE8-007F-307BE2451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25484-582B-ED18-3DD3-0C695EE19666}"/>
              </a:ext>
            </a:extLst>
          </p:cNvPr>
          <p:cNvSpPr txBox="1"/>
          <p:nvPr/>
        </p:nvSpPr>
        <p:spPr>
          <a:xfrm>
            <a:off x="384942" y="1932598"/>
            <a:ext cx="415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Scikit-learn</a:t>
            </a:r>
            <a:r>
              <a:rPr lang="en-US" sz="18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A2EF7-0BC6-F322-0ED1-CE23B939A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42" y="2358028"/>
            <a:ext cx="2691903" cy="424217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A3E81FC-38B4-A5C3-D06D-87E7520CE244}"/>
              </a:ext>
            </a:extLst>
          </p:cNvPr>
          <p:cNvSpPr/>
          <p:nvPr/>
        </p:nvSpPr>
        <p:spPr>
          <a:xfrm>
            <a:off x="512064" y="2706624"/>
            <a:ext cx="1645920" cy="338328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CCDC6D-2B80-FF0A-399B-D7093BB49643}"/>
              </a:ext>
            </a:extLst>
          </p:cNvPr>
          <p:cNvSpPr/>
          <p:nvPr/>
        </p:nvSpPr>
        <p:spPr>
          <a:xfrm>
            <a:off x="630936" y="3291840"/>
            <a:ext cx="1947672" cy="210312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87E165-BC42-0AC2-3771-D4D4B93CB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752" y="2358028"/>
            <a:ext cx="2149855" cy="449997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A5FAB11-7436-BBD8-1FB9-6E764451187C}"/>
              </a:ext>
            </a:extLst>
          </p:cNvPr>
          <p:cNvSpPr/>
          <p:nvPr/>
        </p:nvSpPr>
        <p:spPr>
          <a:xfrm>
            <a:off x="3511296" y="4479117"/>
            <a:ext cx="310896" cy="220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91216-D86A-92EA-304F-27E0AA55AA0D}"/>
              </a:ext>
            </a:extLst>
          </p:cNvPr>
          <p:cNvSpPr txBox="1"/>
          <p:nvPr/>
        </p:nvSpPr>
        <p:spPr>
          <a:xfrm>
            <a:off x="1604772" y="19264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https://scikit-learn.org/stable/user_guide.html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5F1135-ABF0-436B-259B-45DE6D83C8CE}"/>
              </a:ext>
            </a:extLst>
          </p:cNvPr>
          <p:cNvSpPr/>
          <p:nvPr/>
        </p:nvSpPr>
        <p:spPr>
          <a:xfrm>
            <a:off x="4133088" y="4041648"/>
            <a:ext cx="1746504" cy="23774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63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0A4B-A6CC-0CA8-D07F-A969029A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63B5C-C0B8-72DA-8CFF-60240995694C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F6534-95B2-DEFE-EF94-09EDB55E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948F4A-4E8F-30EF-82BA-00003BA1C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D607B7-777A-8A5F-CF6B-6BDFFCFD292D}"/>
              </a:ext>
            </a:extLst>
          </p:cNvPr>
          <p:cNvSpPr txBox="1"/>
          <p:nvPr/>
        </p:nvSpPr>
        <p:spPr>
          <a:xfrm>
            <a:off x="384942" y="1932598"/>
            <a:ext cx="415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Scikit-learn</a:t>
            </a:r>
            <a:r>
              <a:rPr lang="en-US" sz="18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C602CA-A72F-AC08-3D51-CD5CEF840CDC}"/>
              </a:ext>
            </a:extLst>
          </p:cNvPr>
          <p:cNvSpPr txBox="1"/>
          <p:nvPr/>
        </p:nvSpPr>
        <p:spPr>
          <a:xfrm>
            <a:off x="1604772" y="19264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https://scikit-learn.org/stable/user_guide.html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52735-8D1E-88B3-FE75-AA2FDA5125F4}"/>
              </a:ext>
            </a:extLst>
          </p:cNvPr>
          <p:cNvSpPr txBox="1"/>
          <p:nvPr/>
        </p:nvSpPr>
        <p:spPr>
          <a:xfrm>
            <a:off x="384942" y="2712774"/>
            <a:ext cx="22837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1. Import </a:t>
            </a:r>
            <a:r>
              <a:rPr lang="en-US" err="1"/>
              <a:t>thư</a:t>
            </a:r>
            <a:r>
              <a:rPr lang="en-US"/>
              <a:t> </a:t>
            </a:r>
            <a:r>
              <a:rPr lang="en-US" err="1"/>
              <a:t>viện</a:t>
            </a:r>
            <a:endParaRPr lang="en-US"/>
          </a:p>
          <a:p>
            <a:r>
              <a:rPr lang="en-US"/>
              <a:t>2. </a:t>
            </a:r>
            <a:r>
              <a:rPr lang="en-US" err="1"/>
              <a:t>Chuẩn</a:t>
            </a:r>
            <a:r>
              <a:rPr lang="en-US"/>
              <a:t> </a:t>
            </a:r>
            <a:r>
              <a:rPr lang="en-US" err="1"/>
              <a:t>bị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endParaRPr lang="en-US"/>
          </a:p>
          <a:p>
            <a:r>
              <a:rPr lang="en-US"/>
              <a:t>3. Chia train/test</a:t>
            </a:r>
          </a:p>
          <a:p>
            <a:r>
              <a:rPr lang="en-US"/>
              <a:t>4. </a:t>
            </a:r>
            <a:r>
              <a:rPr lang="en-US" err="1"/>
              <a:t>Khởi</a:t>
            </a:r>
            <a:r>
              <a:rPr lang="en-US"/>
              <a:t> </a:t>
            </a:r>
            <a:r>
              <a:rPr lang="en-US" err="1"/>
              <a:t>tạo</a:t>
            </a:r>
            <a:r>
              <a:rPr lang="en-US"/>
              <a:t> model</a:t>
            </a:r>
          </a:p>
          <a:p>
            <a:r>
              <a:rPr lang="en-US"/>
              <a:t>5. </a:t>
            </a:r>
            <a:r>
              <a:rPr lang="en-US" err="1"/>
              <a:t>Huấn</a:t>
            </a:r>
            <a:r>
              <a:rPr lang="en-US"/>
              <a:t> </a:t>
            </a:r>
            <a:r>
              <a:rPr lang="en-US" err="1"/>
              <a:t>luyện</a:t>
            </a:r>
            <a:r>
              <a:rPr lang="en-US"/>
              <a:t> model</a:t>
            </a:r>
          </a:p>
          <a:p>
            <a:r>
              <a:rPr lang="en-US"/>
              <a:t>6. </a:t>
            </a:r>
            <a:r>
              <a:rPr lang="en-US" err="1"/>
              <a:t>Dự</a:t>
            </a:r>
            <a:r>
              <a:rPr lang="en-US"/>
              <a:t> </a:t>
            </a:r>
            <a:r>
              <a:rPr lang="en-US" err="1"/>
              <a:t>đoán</a:t>
            </a:r>
            <a:endParaRPr lang="en-US"/>
          </a:p>
          <a:p>
            <a:r>
              <a:rPr lang="en-US"/>
              <a:t>7.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B545BB-4D1F-C9E2-C2F7-1AE9BAECB2CB}"/>
              </a:ext>
            </a:extLst>
          </p:cNvPr>
          <p:cNvSpPr txBox="1"/>
          <p:nvPr/>
        </p:nvSpPr>
        <p:spPr>
          <a:xfrm>
            <a:off x="384942" y="232268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Pipeline cơ bản của scikit-learn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0595D-B8ED-D5FC-F16E-29FB048DC274}"/>
              </a:ext>
            </a:extLst>
          </p:cNvPr>
          <p:cNvSpPr txBox="1"/>
          <p:nvPr/>
        </p:nvSpPr>
        <p:spPr>
          <a:xfrm>
            <a:off x="5761350" y="2214964"/>
            <a:ext cx="41673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/>
              <a:t>import pandas as pd</a:t>
            </a:r>
            <a:br>
              <a:rPr lang="en-US" sz="1400" i="1"/>
            </a:br>
            <a:r>
              <a:rPr lang="en-US" sz="1400" i="1"/>
              <a:t>from </a:t>
            </a:r>
            <a:r>
              <a:rPr lang="en-US" sz="1400" b="1" i="1" err="1"/>
              <a:t>sklearn.model_selection</a:t>
            </a:r>
            <a:r>
              <a:rPr lang="en-US" sz="1400" i="1"/>
              <a:t> import </a:t>
            </a:r>
            <a:r>
              <a:rPr lang="en-US" sz="1400" b="1" i="1" err="1"/>
              <a:t>train_test_split</a:t>
            </a:r>
            <a:br>
              <a:rPr lang="en-US" sz="1400" i="1"/>
            </a:br>
            <a:r>
              <a:rPr lang="en-US" sz="1400" i="1"/>
              <a:t>from </a:t>
            </a:r>
            <a:r>
              <a:rPr lang="en-US" sz="1400" b="1" i="1" err="1"/>
              <a:t>sklearn.linear_model</a:t>
            </a:r>
            <a:r>
              <a:rPr lang="en-US" sz="1400" b="1" i="1"/>
              <a:t> </a:t>
            </a:r>
            <a:r>
              <a:rPr lang="en-US" sz="1400" i="1"/>
              <a:t>import </a:t>
            </a:r>
            <a:r>
              <a:rPr lang="en-US" sz="1400" b="1" i="1"/>
              <a:t>LogisticRegression</a:t>
            </a:r>
            <a:br>
              <a:rPr lang="en-US" sz="1400" i="1"/>
            </a:br>
            <a:r>
              <a:rPr lang="en-US" sz="1400" i="1"/>
              <a:t>from </a:t>
            </a:r>
            <a:r>
              <a:rPr lang="en-US" sz="1400" b="1" i="1" err="1"/>
              <a:t>sklearn.metrics</a:t>
            </a:r>
            <a:r>
              <a:rPr lang="en-US" sz="1400" i="1"/>
              <a:t> import </a:t>
            </a:r>
            <a:r>
              <a:rPr lang="en-US" sz="1400" b="1" i="1" err="1"/>
              <a:t>accuracy_score</a:t>
            </a:r>
            <a:endParaRPr lang="en-US" sz="1400" b="1" i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5D9F1F-CF7B-BF99-63EB-9C773CF9850A}"/>
              </a:ext>
            </a:extLst>
          </p:cNvPr>
          <p:cNvSpPr txBox="1"/>
          <p:nvPr/>
        </p:nvSpPr>
        <p:spPr>
          <a:xfrm>
            <a:off x="5761350" y="4176851"/>
            <a:ext cx="6599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X_train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X_test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y_train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y_test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400" b="1" i="1" err="1">
                <a:latin typeface="Calibri" panose="020F0502020204030204" pitchFamily="34" charset="0"/>
                <a:cs typeface="Calibri" panose="020F0502020204030204" pitchFamily="34" charset="0"/>
              </a:rPr>
              <a:t>train_test_split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(X, y,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test_size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=0.2,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random_state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=42)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D1178-6EBF-E2A0-1C4E-B6183A8197B0}"/>
              </a:ext>
            </a:extLst>
          </p:cNvPr>
          <p:cNvSpPr txBox="1"/>
          <p:nvPr/>
        </p:nvSpPr>
        <p:spPr>
          <a:xfrm>
            <a:off x="5761350" y="3435126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X =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[["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Age","Price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"]]</a:t>
            </a:r>
            <a:b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y =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["Like"]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7C856-3BB3-CC59-E316-10543CF89F63}"/>
              </a:ext>
            </a:extLst>
          </p:cNvPr>
          <p:cNvSpPr txBox="1"/>
          <p:nvPr/>
        </p:nvSpPr>
        <p:spPr>
          <a:xfrm>
            <a:off x="5761350" y="4703133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model = LogisticRegression()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C4A881-87B2-BAC7-D142-9A716DB8F4E6}"/>
              </a:ext>
            </a:extLst>
          </p:cNvPr>
          <p:cNvSpPr txBox="1"/>
          <p:nvPr/>
        </p:nvSpPr>
        <p:spPr>
          <a:xfrm>
            <a:off x="5761350" y="5229415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err="1"/>
              <a:t>model.fit</a:t>
            </a:r>
            <a:r>
              <a:rPr lang="fr-FR" sz="1400" i="1"/>
              <a:t>(</a:t>
            </a:r>
            <a:r>
              <a:rPr lang="fr-FR" sz="1400" i="1" err="1"/>
              <a:t>X_train</a:t>
            </a:r>
            <a:r>
              <a:rPr lang="fr-FR" sz="1400" i="1"/>
              <a:t>, </a:t>
            </a:r>
            <a:r>
              <a:rPr lang="fr-FR" sz="1400" i="1" err="1"/>
              <a:t>y_train</a:t>
            </a:r>
            <a:r>
              <a:rPr lang="fr-FR" sz="1400" i="1"/>
              <a:t>)</a:t>
            </a:r>
            <a:endParaRPr lang="en-US" sz="1400" i="1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83D19184-E292-C423-899F-573635BE8903}"/>
              </a:ext>
            </a:extLst>
          </p:cNvPr>
          <p:cNvSpPr/>
          <p:nvPr/>
        </p:nvSpPr>
        <p:spPr>
          <a:xfrm>
            <a:off x="6646032" y="3210108"/>
            <a:ext cx="182880" cy="2100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4F08CE09-ADFB-F1DB-37DE-DC2BCE3689FD}"/>
              </a:ext>
            </a:extLst>
          </p:cNvPr>
          <p:cNvSpPr/>
          <p:nvPr/>
        </p:nvSpPr>
        <p:spPr>
          <a:xfrm>
            <a:off x="6646032" y="3958346"/>
            <a:ext cx="182880" cy="2100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EB45A4CD-3C53-995E-6F56-E34C53799F55}"/>
              </a:ext>
            </a:extLst>
          </p:cNvPr>
          <p:cNvSpPr/>
          <p:nvPr/>
        </p:nvSpPr>
        <p:spPr>
          <a:xfrm>
            <a:off x="6646032" y="4484628"/>
            <a:ext cx="182880" cy="2100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F4F5A67F-3DC5-1294-E4E0-3D22C9B32A89}"/>
              </a:ext>
            </a:extLst>
          </p:cNvPr>
          <p:cNvSpPr/>
          <p:nvPr/>
        </p:nvSpPr>
        <p:spPr>
          <a:xfrm>
            <a:off x="6646032" y="5010910"/>
            <a:ext cx="182880" cy="2100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4A33CD28-07A6-5C56-43BC-334236E3A47E}"/>
              </a:ext>
            </a:extLst>
          </p:cNvPr>
          <p:cNvSpPr/>
          <p:nvPr/>
        </p:nvSpPr>
        <p:spPr>
          <a:xfrm>
            <a:off x="6646032" y="5584008"/>
            <a:ext cx="182880" cy="2100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DB9CD1-360A-1BEA-64C8-DB60EF756F86}"/>
              </a:ext>
            </a:extLst>
          </p:cNvPr>
          <p:cNvSpPr txBox="1"/>
          <p:nvPr/>
        </p:nvSpPr>
        <p:spPr>
          <a:xfrm>
            <a:off x="5761350" y="5794100"/>
            <a:ext cx="2439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y_pred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model.predict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X_test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41FD28A-5A50-39F4-5286-A2010178CAAA}"/>
              </a:ext>
            </a:extLst>
          </p:cNvPr>
          <p:cNvSpPr/>
          <p:nvPr/>
        </p:nvSpPr>
        <p:spPr>
          <a:xfrm>
            <a:off x="6646032" y="6072570"/>
            <a:ext cx="182880" cy="2100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DF03B9-55D9-2EC2-0E83-7A21148B070D}"/>
              </a:ext>
            </a:extLst>
          </p:cNvPr>
          <p:cNvSpPr txBox="1"/>
          <p:nvPr/>
        </p:nvSpPr>
        <p:spPr>
          <a:xfrm>
            <a:off x="5766816" y="628266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/>
              <a:t>from </a:t>
            </a:r>
            <a:r>
              <a:rPr lang="en-US" sz="1400" i="1" err="1"/>
              <a:t>sklearn.metrics</a:t>
            </a:r>
            <a:r>
              <a:rPr lang="en-US" sz="1400" i="1"/>
              <a:t> import </a:t>
            </a:r>
            <a:r>
              <a:rPr lang="en-US" sz="1400" i="1" err="1"/>
              <a:t>accuracy_score</a:t>
            </a:r>
            <a:br>
              <a:rPr lang="en-US" sz="1400" i="1"/>
            </a:br>
            <a:r>
              <a:rPr lang="en-US" sz="1400" i="1" err="1"/>
              <a:t>accuracy_score</a:t>
            </a:r>
            <a:r>
              <a:rPr lang="en-US" sz="1400" i="1"/>
              <a:t>(</a:t>
            </a:r>
            <a:r>
              <a:rPr lang="en-US" sz="1400" i="1" err="1"/>
              <a:t>y_test</a:t>
            </a:r>
            <a:r>
              <a:rPr lang="en-US" sz="1400" i="1"/>
              <a:t>, </a:t>
            </a:r>
            <a:r>
              <a:rPr lang="en-US" sz="1400" i="1" err="1"/>
              <a:t>y_pred</a:t>
            </a:r>
            <a:r>
              <a:rPr lang="en-US" sz="1400" i="1"/>
              <a:t>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BB5CABE-34C9-411F-BE81-99FF1B71689E}"/>
              </a:ext>
            </a:extLst>
          </p:cNvPr>
          <p:cNvCxnSpPr/>
          <p:nvPr/>
        </p:nvCxnSpPr>
        <p:spPr>
          <a:xfrm flipV="1">
            <a:off x="2377440" y="2514600"/>
            <a:ext cx="3383910" cy="42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774789-5510-A14A-FC80-9B2DB29674EA}"/>
              </a:ext>
            </a:extLst>
          </p:cNvPr>
          <p:cNvCxnSpPr>
            <a:endCxn id="22" idx="1"/>
          </p:cNvCxnSpPr>
          <p:nvPr/>
        </p:nvCxnSpPr>
        <p:spPr>
          <a:xfrm>
            <a:off x="2249424" y="3210108"/>
            <a:ext cx="3511926" cy="4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EDADDD3-3A2C-C9D7-48C9-1C6369B624FD}"/>
              </a:ext>
            </a:extLst>
          </p:cNvPr>
          <p:cNvCxnSpPr>
            <a:endCxn id="20" idx="1"/>
          </p:cNvCxnSpPr>
          <p:nvPr/>
        </p:nvCxnSpPr>
        <p:spPr>
          <a:xfrm>
            <a:off x="2112264" y="3420200"/>
            <a:ext cx="3649086" cy="91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73910A9-F80A-59BB-6D52-B287B8C93953}"/>
              </a:ext>
            </a:extLst>
          </p:cNvPr>
          <p:cNvCxnSpPr>
            <a:endCxn id="24" idx="1"/>
          </p:cNvCxnSpPr>
          <p:nvPr/>
        </p:nvCxnSpPr>
        <p:spPr>
          <a:xfrm>
            <a:off x="2249424" y="3696736"/>
            <a:ext cx="3511926" cy="1160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3A206A-D1E1-BE82-B8DE-460096D610B4}"/>
              </a:ext>
            </a:extLst>
          </p:cNvPr>
          <p:cNvCxnSpPr>
            <a:endCxn id="26" idx="1"/>
          </p:cNvCxnSpPr>
          <p:nvPr/>
        </p:nvCxnSpPr>
        <p:spPr>
          <a:xfrm>
            <a:off x="2468880" y="3958346"/>
            <a:ext cx="3292470" cy="1424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82E3AFC-2804-02FF-E887-314BEE5714D8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1920240" y="4307868"/>
            <a:ext cx="3841110" cy="1640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D358689-CAF4-9706-1D73-12ED3B5E6C7F}"/>
              </a:ext>
            </a:extLst>
          </p:cNvPr>
          <p:cNvCxnSpPr>
            <a:endCxn id="39" idx="1"/>
          </p:cNvCxnSpPr>
          <p:nvPr/>
        </p:nvCxnSpPr>
        <p:spPr>
          <a:xfrm>
            <a:off x="2249424" y="4617720"/>
            <a:ext cx="3517392" cy="192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95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DC0E-1767-22DF-2A5A-1D4D6DCC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E1872C-893F-EAB6-4002-B7135E332761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8919A-5237-0308-1160-73AEF28D7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62B262-5AE5-3DD7-8D16-1D9AFE87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2A846-D5FF-9FCF-3468-9F84CC8F0B86}"/>
              </a:ext>
            </a:extLst>
          </p:cNvPr>
          <p:cNvSpPr txBox="1"/>
          <p:nvPr/>
        </p:nvSpPr>
        <p:spPr>
          <a:xfrm>
            <a:off x="384942" y="1932598"/>
            <a:ext cx="415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Scikit-learn</a:t>
            </a:r>
            <a:r>
              <a:rPr lang="en-US" sz="18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6E7D3B-46EA-CB04-F0B6-E76A66BB8A36}"/>
              </a:ext>
            </a:extLst>
          </p:cNvPr>
          <p:cNvSpPr txBox="1"/>
          <p:nvPr/>
        </p:nvSpPr>
        <p:spPr>
          <a:xfrm>
            <a:off x="1604772" y="1926474"/>
            <a:ext cx="4600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https://scikit-learn.org/stable/user_guide.html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D975B-FBA2-9265-D60D-E0549866A4CB}"/>
              </a:ext>
            </a:extLst>
          </p:cNvPr>
          <p:cNvSpPr txBox="1"/>
          <p:nvPr/>
        </p:nvSpPr>
        <p:spPr>
          <a:xfrm>
            <a:off x="619506" y="2411913"/>
            <a:ext cx="3922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/>
              <a:t>from </a:t>
            </a:r>
            <a:r>
              <a:rPr lang="en-US" sz="1400" b="1" i="1" err="1"/>
              <a:t>sklearn.tree</a:t>
            </a:r>
            <a:r>
              <a:rPr lang="en-US" sz="1400" b="1" i="1"/>
              <a:t> </a:t>
            </a:r>
            <a:r>
              <a:rPr lang="en-US" sz="1400" i="1"/>
              <a:t>import </a:t>
            </a:r>
            <a:r>
              <a:rPr lang="en-US" sz="1400" b="1" i="1" err="1"/>
              <a:t>DecisionTreeClassifier</a:t>
            </a:r>
            <a:br>
              <a:rPr lang="en-US" sz="1400" b="1" i="1"/>
            </a:br>
            <a:r>
              <a:rPr lang="en-US" sz="1400" i="1"/>
              <a:t>model = </a:t>
            </a:r>
            <a:r>
              <a:rPr lang="en-US" sz="1400" b="1" i="1" err="1"/>
              <a:t>DecisionTreeClassifier</a:t>
            </a:r>
            <a:r>
              <a:rPr lang="en-US" sz="1400" b="1" i="1"/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9EDD1-7B06-65C8-E23B-BBC39CFF25FA}"/>
              </a:ext>
            </a:extLst>
          </p:cNvPr>
          <p:cNvSpPr txBox="1"/>
          <p:nvPr/>
        </p:nvSpPr>
        <p:spPr>
          <a:xfrm>
            <a:off x="619506" y="3038170"/>
            <a:ext cx="4226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400" b="1" i="1" err="1">
                <a:latin typeface="Calibri" panose="020F0502020204030204" pitchFamily="34" charset="0"/>
                <a:cs typeface="Calibri" panose="020F0502020204030204" pitchFamily="34" charset="0"/>
              </a:rPr>
              <a:t>sklearn.ensemble</a:t>
            </a:r>
            <a:r>
              <a:rPr lang="en-US" sz="1400" b="1" i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sz="1400" b="1" i="1" err="1">
                <a:latin typeface="Calibri" panose="020F0502020204030204" pitchFamily="34" charset="0"/>
                <a:cs typeface="Calibri" panose="020F0502020204030204" pitchFamily="34" charset="0"/>
              </a:rPr>
              <a:t>RandomForestClassifier</a:t>
            </a:r>
            <a:b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model = </a:t>
            </a:r>
            <a:r>
              <a:rPr lang="en-US" sz="1400" b="1" i="1" err="1">
                <a:latin typeface="Calibri" panose="020F0502020204030204" pitchFamily="34" charset="0"/>
                <a:cs typeface="Calibri" panose="020F0502020204030204" pitchFamily="34" charset="0"/>
              </a:rPr>
              <a:t>RandomForestClassifier</a:t>
            </a:r>
            <a:r>
              <a:rPr lang="en-US" sz="1400" b="1" i="1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F06CF-B5A9-E576-AC3B-4DA0C16B1790}"/>
              </a:ext>
            </a:extLst>
          </p:cNvPr>
          <p:cNvSpPr txBox="1"/>
          <p:nvPr/>
        </p:nvSpPr>
        <p:spPr>
          <a:xfrm>
            <a:off x="384942" y="3664427"/>
            <a:ext cx="544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còn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giống</a:t>
            </a:r>
            <a:r>
              <a:rPr lang="en-US"/>
              <a:t> </a:t>
            </a:r>
            <a:r>
              <a:rPr lang="en-US" err="1"/>
              <a:t>nhau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sklearn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C79DA-2FA4-78AA-0C2D-CD0CAA00F4F4}"/>
              </a:ext>
            </a:extLst>
          </p:cNvPr>
          <p:cNvSpPr txBox="1"/>
          <p:nvPr/>
        </p:nvSpPr>
        <p:spPr>
          <a:xfrm>
            <a:off x="619506" y="4140262"/>
            <a:ext cx="2718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err="1">
                <a:latin typeface="Calibri" panose="020F0502020204030204" pitchFamily="34" charset="0"/>
                <a:cs typeface="Calibri" panose="020F0502020204030204" pitchFamily="34" charset="0"/>
              </a:rPr>
              <a:t>model.fit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X_train,y_train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y_pred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400" b="1" i="1" err="1">
                <a:latin typeface="Calibri" panose="020F0502020204030204" pitchFamily="34" charset="0"/>
                <a:cs typeface="Calibri" panose="020F0502020204030204" pitchFamily="34" charset="0"/>
              </a:rPr>
              <a:t>model.predict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i="1" err="1">
                <a:latin typeface="Calibri" panose="020F0502020204030204" pitchFamily="34" charset="0"/>
                <a:cs typeface="Calibri" panose="020F0502020204030204" pitchFamily="34" charset="0"/>
              </a:rPr>
              <a:t>X_test</a:t>
            </a:r>
            <a:r>
              <a:rPr lang="en-US" sz="1400" i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2A5D5ED-F3C6-FB5B-057A-CACF7C3F5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272166"/>
              </p:ext>
            </p:extLst>
          </p:nvPr>
        </p:nvGraphicFramePr>
        <p:xfrm>
          <a:off x="6205728" y="3429000"/>
          <a:ext cx="5846064" cy="3291840"/>
        </p:xfrm>
        <a:graphic>
          <a:graphicData uri="http://schemas.openxmlformats.org/drawingml/2006/table">
            <a:tbl>
              <a:tblPr/>
              <a:tblGrid>
                <a:gridCol w="2923032">
                  <a:extLst>
                    <a:ext uri="{9D8B030D-6E8A-4147-A177-3AD203B41FA5}">
                      <a16:colId xmlns:a16="http://schemas.microsoft.com/office/drawing/2014/main" val="1583397856"/>
                    </a:ext>
                  </a:extLst>
                </a:gridCol>
                <a:gridCol w="2923032">
                  <a:extLst>
                    <a:ext uri="{9D8B030D-6E8A-4147-A177-3AD203B41FA5}">
                      <a16:colId xmlns:a16="http://schemas.microsoft.com/office/drawing/2014/main" val="2143699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err="1"/>
                        <a:t>Chức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năng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013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sklearn.linear_model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hồi quy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86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sklearn.tree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83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sklearn.ensemble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215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sklearn.svm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 vector 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208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sklearn.neighbors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68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sklearn.cluster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415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sklearn.preprocessing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chuẩn hóa dữ liệu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35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sklearn.metrics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đánh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giá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mô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hình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062703"/>
                  </a:ext>
                </a:extLst>
              </a:tr>
            </a:tbl>
          </a:graphicData>
        </a:graphic>
      </p:graphicFrame>
      <p:sp>
        <p:nvSpPr>
          <p:cNvPr id="19" name="Rectangle 1">
            <a:extLst>
              <a:ext uri="{FF2B5EF4-FFF2-40B4-BE49-F238E27FC236}">
                <a16:creationId xmlns:a16="http://schemas.microsoft.com/office/drawing/2014/main" id="{ABFA5E68-68CA-3798-55C0-08AF3B0E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8" y="3012790"/>
            <a:ext cx="47459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module hay </a:t>
            </a: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sklearn</a:t>
            </a: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659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BBFF6-2CF9-4616-43EA-F94604F0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DDA456-B1CD-54D6-4536-12DC0C215F29}"/>
              </a:ext>
            </a:extLst>
          </p:cNvPr>
          <p:cNvSpPr txBox="1"/>
          <p:nvPr/>
        </p:nvSpPr>
        <p:spPr>
          <a:xfrm>
            <a:off x="384942" y="1410257"/>
            <a:ext cx="328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101D41-81FB-6BC5-2BC1-6588B1E13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A16288-7937-91C1-8A13-80F8E8C3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40B221-6F1E-8D71-ED39-2B1A557D5A50}"/>
              </a:ext>
            </a:extLst>
          </p:cNvPr>
          <p:cNvSpPr txBox="1"/>
          <p:nvPr/>
        </p:nvSpPr>
        <p:spPr>
          <a:xfrm>
            <a:off x="384942" y="1932598"/>
            <a:ext cx="5229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SGDClassifier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(SGD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/>
              <a:t>Stochastic Gradient Descent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C20C7-782C-9672-56BB-FE4A767B241A}"/>
              </a:ext>
            </a:extLst>
          </p:cNvPr>
          <p:cNvSpPr txBox="1"/>
          <p:nvPr/>
        </p:nvSpPr>
        <p:spPr>
          <a:xfrm>
            <a:off x="384942" y="230193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là một thuật toán trong thư viện </a:t>
            </a:r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scikit-learn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dùng để giải quyết </a:t>
            </a:r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bài toán phân loại (classification)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6A2830-ED73-C917-C95C-8F81CBEF7AFC}"/>
              </a:ext>
            </a:extLst>
          </p:cNvPr>
          <p:cNvSpPr txBox="1"/>
          <p:nvPr/>
        </p:nvSpPr>
        <p:spPr>
          <a:xfrm>
            <a:off x="384942" y="294826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Mô hình học bằng cách </a:t>
            </a:r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cập nhật từng bước nhỏ để giảm lỗi dự đoán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A1F735-3CD2-5159-D39D-813BF9EE59DF}"/>
              </a:ext>
            </a:extLst>
          </p:cNvPr>
          <p:cNvSpPr txBox="1"/>
          <p:nvPr/>
        </p:nvSpPr>
        <p:spPr>
          <a:xfrm>
            <a:off x="384942" y="3594592"/>
            <a:ext cx="3949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SGD: Thay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vì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toàn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bộ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học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từng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mẫu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nhỏ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cập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nhật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model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liên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err="1">
                <a:latin typeface="Calibri" panose="020F0502020204030204" pitchFamily="34" charset="0"/>
                <a:cs typeface="Calibri" panose="020F0502020204030204" pitchFamily="34" charset="0"/>
              </a:rPr>
              <a:t>tục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900C48-788B-C2E6-016A-0056AF90158A}"/>
              </a:ext>
            </a:extLst>
          </p:cNvPr>
          <p:cNvSpPr txBox="1"/>
          <p:nvPr/>
        </p:nvSpPr>
        <p:spPr>
          <a:xfrm>
            <a:off x="384942" y="451792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=&gt; </a:t>
            </a:r>
            <a:r>
              <a:rPr lang="en-US" b="1"/>
              <a:t>Nhanh, </a:t>
            </a:r>
            <a:r>
              <a:rPr lang="en-US" b="1" err="1"/>
              <a:t>phù</a:t>
            </a:r>
            <a:r>
              <a:rPr lang="en-US" b="1"/>
              <a:t> </a:t>
            </a:r>
            <a:r>
              <a:rPr lang="en-US" b="1" err="1"/>
              <a:t>hợp</a:t>
            </a:r>
            <a:r>
              <a:rPr lang="en-US" b="1"/>
              <a:t> </a:t>
            </a:r>
            <a:r>
              <a:rPr lang="en-US" b="1" err="1"/>
              <a:t>dữ</a:t>
            </a:r>
            <a:r>
              <a:rPr lang="en-US" b="1"/>
              <a:t> </a:t>
            </a:r>
            <a:r>
              <a:rPr lang="en-US" b="1" err="1"/>
              <a:t>liệu</a:t>
            </a:r>
            <a:r>
              <a:rPr lang="en-US" b="1"/>
              <a:t> </a:t>
            </a:r>
            <a:r>
              <a:rPr lang="en-US" b="1" err="1"/>
              <a:t>lớn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150483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7A1D-6E1A-9605-6E2E-7AF00C6E5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EF9924-3F0A-F276-ACA2-8E3CC7657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949224-7343-A79E-983C-28687854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DB873-9CF5-7916-7788-CE59C3DB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754" y="1932881"/>
            <a:ext cx="8116433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901B8C-0553-DD88-A728-D89A5200E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753" y="3429000"/>
            <a:ext cx="8116433" cy="18025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1BF965-EFB0-1EA3-9477-077CE90C5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3621" y="5603604"/>
            <a:ext cx="8030696" cy="495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D5C879-00BF-A024-CC58-77C0E50F3589}"/>
              </a:ext>
            </a:extLst>
          </p:cNvPr>
          <p:cNvSpPr txBox="1"/>
          <p:nvPr/>
        </p:nvSpPr>
        <p:spPr>
          <a:xfrm>
            <a:off x="3481263" y="1376203"/>
            <a:ext cx="5229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Luyện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err="1">
                <a:latin typeface="Calibri" panose="020F0502020204030204" pitchFamily="34" charset="0"/>
                <a:cs typeface="Calibri" panose="020F0502020204030204" pitchFamily="34" charset="0"/>
              </a:rPr>
              <a:t>tập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67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F54C-7019-6EA8-97DC-5B4F696C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FD574-381A-A10B-1DB4-309707812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2" y="257793"/>
            <a:ext cx="2451624" cy="103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84BB10-470D-4317-0885-CBB2E3D3A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730" y="0"/>
            <a:ext cx="1452044" cy="12880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DC08D9-3C0B-71E2-202F-59AAEA4BB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336" y="1656042"/>
            <a:ext cx="8259328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5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1343</Words>
  <Application>Microsoft Office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Bài giảng môn: Ứng dụng ML trong thiết kế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Văn Duy</dc:creator>
  <cp:lastModifiedBy>Viet Hai</cp:lastModifiedBy>
  <cp:revision>2</cp:revision>
  <dcterms:created xsi:type="dcterms:W3CDTF">2026-03-16T00:26:30Z</dcterms:created>
  <dcterms:modified xsi:type="dcterms:W3CDTF">2026-04-11T16:06:48Z</dcterms:modified>
</cp:coreProperties>
</file>